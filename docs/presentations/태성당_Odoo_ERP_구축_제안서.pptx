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ERP 구축 제안서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C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베이커리 귀중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이카운트 ERP → Odoo 통합 전환  ·  원자재–생산–매장/B2B–회계를 하나로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  ·  에이에스씨(ASC) · AX 플랫폼 사업팀  ·  odooaierp.com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배경 — 이카운트 현황과 베이커리 특수성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21284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솔루션 개요 (End-to-End)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87121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To-Be 아키텍처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52958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개선 — 원자재·완제품·발주회계·생산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(핵심)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이관 · 구축 방법론 · 일정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5504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&amp; 다음 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배경 — 이카운트 현황과 베이커리 특수성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태성당은 원자재→반제품→완제품으로 이어지는 제조와 매장·B2B 유통을 함께 운영하는 베이커리 제조기업입니다. 현행 이카운트 ERP는 기본 회계·재고에는 쓰이나, 아래 특수성을 담기 어렵습니다.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297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이카운트 현황의 한계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전환 시 개선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화면·업무 분절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기능별 화면이 각각 — 이동·중복 입력 많음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화면에서 수주→생산→출고→청구 연결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유통기한(FEFO)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원자재·완제품 유통기한/로트 관리 취약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Lot·유통기한 기반 FEFO 출고·추적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수요예측·폐기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계절·행사 수요 편차로 결품·폐기 발생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수요예측 기반 생산계획으로 결품·폐기↓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매장+B2B 발주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 판매(POS)와 B2B 발주 채널 분리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POS·B2B 주문을 하나의 재고·회계로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성과·KPI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대비 성과 집계·가시화 어려움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결품·폐기·납기·수익 KPI 대시보드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솔루션 개요 — End-to-End 통합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영업/주문 → 구매 → 생산 → 재고 → 회계까지 전 업무 흐름을 단일 플랫폼으로 통합합니다. 각 담당자는 역할 기반으로 참여하고, 데이터는 분절 없이 연계·누적됩니다.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714B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주문/판매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(매장·B2B)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06624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62072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(원자재)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8616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714B67"/>
          </a:solidFill>
          <a:ln/>
        </p:spPr>
      </p:sp>
      <p:sp>
        <p:nvSpPr>
          <p:cNvPr id="15" name="Text 13"/>
          <p:cNvSpPr/>
          <p:nvPr/>
        </p:nvSpPr>
        <p:spPr>
          <a:xfrm>
            <a:off x="5084064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(BOM·작업지시)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50608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06056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(로트·FEFO)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28048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9528048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(AP/AR·승인)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82296" cy="155448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입력, 끝까지 연결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160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주문·생산·출고·청구가 자동 연계되어 중복 입력과 누락을 없앱니다.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657600"/>
            <a:ext cx="82296" cy="15544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그대로 데이터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4160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POS·바코드·작업지시가 곧 재고·회계 데이터가 됩니다.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3657600"/>
            <a:ext cx="82296" cy="15544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모듈만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4160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베이커리에 필요한 기능만 구성 — 단순·직관 UI.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To-Be 아키텍처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714B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영업·주문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POS · B2B 발주 · 견적 · 고객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구매·수입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1214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발주 · 공급사 · 매입청구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1214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BOM · 생산계획(MPS) · 작업지시 · 실행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714B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81304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입출고 · 로트/유통기한 · FEFO · 위치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16552" y="32461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회계·재무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99432" y="381304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AP/AR 승인 · 전표 · 세금계산서 · 원장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93024" y="32461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C07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성과·경영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5904" y="381304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결품·폐기·납기·수익 KPI 대시보드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52628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/ 기본 모듈 — 사용자·권한·조직·기준정보·승인 Workflow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프로젝트·시리얼·원가·매출 정보가 실시간 연결되어 운영 관리부터 경영 의사결정까지 일관된 기준의 데이터를 제공합니다.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KEY IMPROVEMENTS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개선 ① 원자재·유통기한   ② 완제품·매장/B2B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82296" cy="219456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27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원자재 로트 · 유통기한(FEFO)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원자재/부자재를 Lot·유통기한 단위로 입고·관리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선입선출(FEFO) 자동 출고 권고로 폐기 최소화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입고→검수→생산→출고 전 과정 추적성 확보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17320"/>
            <a:ext cx="82296" cy="219456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527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완제품 · 매장(POS) · B2B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매장 판매(POS)와 B2B 발주를 하나의 재고로 통합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완제품 생산 후 채널별 배분·주문 처리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채널·품목별 판매 분석과 재고 가시성 확보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94760"/>
            <a:ext cx="82296" cy="2194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04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발주 · 회계 연동 (승인)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수요/생산 기반 원자재 발주 → 매입청구 → 전표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구매·전표에 Odoo 승인 Workflow 적용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세금계산서(홈택스) 연동으로 손 가던 연결을 자동화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94760"/>
            <a:ext cx="82296" cy="219456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04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생산계획 · 작업지시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29768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수요예측·주문 기반 생산계획(MPS) 수립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BOM 기준 작업지시 → 현장 작업실행 → 실적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생산 실적·재고가 실시간 반영, 납기 대응력↑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REQUIREMENTS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(핵심 1차)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(세부·수치는 분석 단계 확정)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영업/주문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 POS·B2B 발주를 하나의 재고·회계로 통합 관리한다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영업/주문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고객·거래처별 단가·여신 관리, 채널별 판매 분석을 제공한다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원자재 발주는 생산계획·주문 기반으로 연결되며 승인 Workflow가 적용된다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BOM 기준 생산계획(MPS)→작업지시→작업실행을 관리한다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원자재·완제품을 Lot·유통기한으로 관리하고 FEFO 출고를 지원한다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AP/AR 전표에 승인 단계가 적용되고, 세금계산서(홈택스)를 연동한다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결품·폐기율·납기·수익 등 목표 대비 KPI를 대시보드로 제공한다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이카운트 데이터(거래처·품목·BOM·재고·미결잔액)를 이관한다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METHOD &amp;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이관 · 구축 방법론 · 일정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이카운트 → Odoo 데이터 이관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: 거래처·품목·BOM·재고·미결 채권채무를 엑셀로 추출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: Odoo 표준 필드로 정규화(품목코드·계정·거래처)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: 테스트 환경 적재 후 잔액·수량 대사(오차 0)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: Go-Live 기준일 재고·미결 잔액 이관 후 개시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방법론 (Agile 스프린트)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Discovery(요구사항 분석) → Blueprint(설계) 확정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Realization : 3~4회 스프린트로 핵심부터 가동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스프린트 리뷰에 Key User 참여 → 갭 최소화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Testing(UAT) → 교육 → Go-Live → 안정화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기간(안)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분석·설계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정의·To-Be 설계·데이터 이관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개발·구축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2~4개월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POS·발주·생산·재고·회계 설정 + 이관(스프린트)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테스트·교육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~1개월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UAT·업무별 교육·운영 가이드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 Go-Live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적용 + 안정화(Hypercare)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표준 기준 약 4~7개월, 태성당 실제 범위·인력에 따라 착수 시 확정합니다.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VALUE &amp;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&amp; 다음 단계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146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태성당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결품·폐기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수요예측 기반 생산계획으로 결품·폐기 감소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납기·정확도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정확도·계획 준수율 향상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통합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7064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입력 해소·처리 리드타임 단축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14816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14816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가시화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51976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대비 KPI 달성도 실시간 제공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(Next Step)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 검토 및 피드백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현행(이카운트) 업무·데이터 기반 요구사항 분석 워크숍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설계·최종 범위·일정·견적 확정(Sign-off)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모듈 파일럿 우선 가동 → 단계적 전면 전환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806440"/>
            <a:ext cx="10972800" cy="18288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제안·문의   </a:t>
            </a:r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  ·   odooaierp.com   ·   asclhg@gmail.com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2026-09-17T02:14:07Z</dcterms:created>
  <dcterms:modified xsi:type="dcterms:W3CDTF">2026-09-17T02:14:07Z</dcterms:modified>
</cp:coreProperties>
</file>