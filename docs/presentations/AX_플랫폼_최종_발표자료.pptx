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 &amp; LIVE — FINAL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플랫폼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제안에서 구축 완료, 그리고 실운영까지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단위 설계 M0~M7 — 오픈소스로 지은 '근거 있는 판단의 공장'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 실운영 · </a:t>
            </a:r>
            <a:pPr indent="0" marL="0">
              <a:buNone/>
            </a:pPr>
            <a:r>
              <a:rPr lang="en-US" sz="1500" b="1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odooaierp.com 공개 · </a:t>
            </a:r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 서술 · </a:t>
            </a:r>
            <a:pPr indent="0" marL="0">
              <a:buNone/>
            </a:pPr>
            <a:r>
              <a:rPr lang="en-US" sz="1500" b="1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155 그린 · WAPE 7.0%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9 · 에이에스씨(ASC)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방법론을 소프트웨어로 굳혔다 — 제안이 구축이 되다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질문에서 출발해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엑셀·수작업 장표·Odoo 원장을 표준 데이터셋으로 모으고, 여러 알고리즘으로 마이닝하며, 지식그래프에 의미로 연결해, LLM이 근거와 함께 추론하고, 에이전트가 제안하되 사람이 승인한다.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엑셀·장부·Odoo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67712" y="2971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04872" y="26517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데이터셋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04872" y="3429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9664" y="2971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6824" y="26517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4306824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분석·예측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06824" y="3429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M3·M4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71616" y="2971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8776" y="26517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지식그래프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08776" y="3429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73568" y="2971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10728" y="26517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23" name="Text 21"/>
          <p:cNvSpPr/>
          <p:nvPr/>
        </p:nvSpPr>
        <p:spPr>
          <a:xfrm>
            <a:off x="8110728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카드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10728" y="3429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M6·M7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0" y="2971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12680" y="26517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0E8F86"/>
          </a:solidFill>
          <a:ln/>
        </p:spPr>
      </p:sp>
      <p:sp>
        <p:nvSpPr>
          <p:cNvPr id="27" name="Text 25"/>
          <p:cNvSpPr/>
          <p:nvPr/>
        </p:nvSpPr>
        <p:spPr>
          <a:xfrm>
            <a:off x="1001268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승인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12680" y="3429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343400"/>
            <a:ext cx="11201400" cy="1737360"/>
          </a:xfrm>
          <a:prstGeom prst="roundRect">
            <a:avLst>
              <a:gd name="adj" fmla="val 5263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방법론을 여덟 모듈(M0~M7)로 굳혔고 — 지금은 제안이 아니라 결과입니다: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4983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 24시간 실운영 —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odooaierp.com 공개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4983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파이프라인 데모 완주 —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WAPE 7.0%·이상탐지 13일 선행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532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카드·근거 인용 —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승격·SOP 개정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09360" y="5532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pPr indent="0" marL="0">
              <a:buNone/>
            </a:pPr>
            <a:r>
              <a:rPr lang="en-US" sz="1250" b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프로젝트·KPI 달성도 —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경영목표 3/4 달성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BENCHMARK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거인에게 배운 것 — 가져올 것과 AX가 지킨 원칙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4983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가져온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AX가 실제 지킨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Palantir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온톨로지 객체 + 운영 액션 결합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지식그래프 4M + 원장까지 근거 사다리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삼성SDS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분석 라이프사이클 통합(UX)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중소 제조 경량·2서버 협업(서버1+GPU)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Power BI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KPI 카드·자연어 질문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 생성 금지·인용 강제로 환각 차단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Odoo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통합 ERP·승인 워크플로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승인함 카드 — 수치·구간·근거·대안 한 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마키나락스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 버티컬 MLOps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카드·확신도 승격 루프·재학습 자동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버릴 것: </a:t>
            </a:r>
            <a:pPr indent="0" marL="0"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폐쇄 생태계·고비용 종속. </a:t>
            </a:r>
            <a:pPr indent="0" marL="0">
              <a:buNone/>
            </a:pPr>
            <a:r>
              <a:rPr lang="en-US" sz="13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지킨 원칙: </a:t>
            </a:r>
            <a:pPr indent="0" marL="0"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강제 · 수치 생성 금지 · 결정은 사람 — 오픈소스로.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여덟 모듈의 지도 — 데이터는 흐르고, 판단은 올라간다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pic>
        <p:nvPicPr>
          <p:cNvPr id="5" name="Image 0" descr="/tmp/claude-0/-home-user-thirdbrain-web/bc639c69-a342-56eb-af6c-6a89fd170e25/scratchpad/diag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109270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판단은 위로(모듈이 앱에 판단 카드 공급), 데이터는 아래로(앱의 실적·승인이 재학습 재료) — M0가 전부를 받친다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MODULES 1/3 · 구축 완료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기반과 입구 — M0 공통기반 · M1 수집 · M2 표준 데이터셋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5486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모듈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내용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기반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SSO·권한·3-2-1 백업·복구 시험·커스터디 3장치(레지스트리·대장·반출게이트)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수집·인제스트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엑셀 업로더·현장 장표·Odoo CDC·IoT — 개인정보 차단 목록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 데이터셋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스키마 6계열·매핑·품질 게이트·특징량 저장소(미매핑률 0.1%)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실측: 복제 소크 무결(all_ok) 지속 · 미매핑률 0.1% · 백업/복구 리허설 통과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794760"/>
            <a:ext cx="11201400" cy="2286000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977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커스터디 3장치 — '반출 게이트'가 사설망을 지킨다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레지스트리 — 어떤 스키마·모델이 있는지 대장으로 관리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대장 — 데이터·산출물의 출처·이동을 기록(감사)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반출 게이트 — 사설망 밖으로 나가는 것을 통제(Claude 서술만 옵트인 반출)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MODULES 2/3 · 구축 완료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작업대와 서랍장 — M3 분석 스튜디오 · M4 학습 엔진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5486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모듈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내용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실측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분석 스튜디오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EDA 팩(층별·파레토·관리도)·야간 마이닝→아침 브리핑·보드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엔진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수요예측(GBM 분위수)·이상탐지·모델 카드·RL 파일럿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3375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3337560"/>
            <a:ext cx="100584" cy="12344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WAPE 7.0%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4050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 — 출발선 19.4% 대비 64% 개선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33375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3337560"/>
            <a:ext cx="100584" cy="123444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13일 선행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0" y="4050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OVEN-2 고장 예지 — 재현율 100%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7091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709160"/>
            <a:ext cx="100584" cy="1234440"/>
          </a:xfrm>
          <a:prstGeom prst="rect">
            <a:avLst/>
          </a:prstGeom>
          <a:solidFill>
            <a:srgbClr val="9C5227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5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오경보 2.8%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77240" y="54223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설비 오경보율 — 낮게 유지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26480" y="47091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4709160"/>
            <a:ext cx="100584" cy="123444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Twin 검증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00800" y="54223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 재생 검증 통과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ALGORITHM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선택 지도 — 문제의 질문이 서랍을 고른다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pic>
        <p:nvPicPr>
          <p:cNvPr id="5" name="Image 0" descr="/tmp/claude-0/-home-user-thirdbrain-web/bc639c69-a342-56eb-af6c-6a89fd170e25/scratchpad/diag_al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109270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수요예측·이상탐지·최적화·인과추론 — 문제 유형마다 검증된 알고리즘을 배치, 모델 카드로 관리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MODULES 3/3 · 구축 완료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의미와 실행 — M5 지식그래프 · M6 LLM 판단 · M7 에이전트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5486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모듈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내용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실측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지식그래프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4M 스키마·FACT 적재·확신도 루프(70%·3회→승격)·근거 API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규칙 2건 승격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LLM 판단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GraphRAG·판단 카드 조립·인용 강제·반출 폴백(Claude/Ollama)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회귀 30/30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에이전트·관제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런타임·승인함·5종 에이전트·War Room·HITL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카드 11건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383280"/>
            <a:ext cx="11201400" cy="2697480"/>
          </a:xfrm>
          <a:prstGeom prst="roundRect">
            <a:avLst>
              <a:gd name="adj" fmla="val 339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566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실증된 근거 사다리 (데모에서 실제로 나온 규칙)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규칙 —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OVEN-2 × 공급사 V2 조합에서 불량률이 유의하게 높다 (확신도 88%)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498848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조합 —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equipment_id=OVEN-2 × vendor=V2 (이 규칙이 가리키는 4M 조합)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974336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사실 —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이벤트 1,470건 · 불량 12,992개 (집계 구간)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5449824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원장 — </a:t>
            </a:r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불량ID·제조오더 번호·일자·유형까지 (응답 7.6ms)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JUDGMENT CARD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플랫폼의 최종 산출 — 판단 카드와 다섯 박자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pic>
        <p:nvPicPr>
          <p:cNvPr id="5" name="Image 0" descr="/tmp/claude-0/-home-user-thirdbrain-web/bc639c69-a342-56eb-af6c-6a89fd170e25/scratchpad/diag_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109270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모듈의 산출이 한 형식으로 수렴 — {제안·수치·구간·근거 경로·대안·승인자·상태}. M7만이 원장 파라미터를 쓴다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MAKES IT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'예쁜 대시보드'가 아니라 '근거의 공장'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C07F1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86000"/>
            <a:ext cx="3566160" cy="4114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38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문장에 근거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화면의 모든 수치·주장에 [근거:] 출처. 인용 없는 문장은 시스템이 차단.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0E8F8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286000"/>
            <a:ext cx="3566160" cy="41148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938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1208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숫자를 못 만든다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서술만 — 수치는 그래프·측정 엔진이 계산. 환각 원천 차단.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82880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A84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092440" y="2286000"/>
            <a:ext cx="3566160" cy="411480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38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0684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결정은 언제나 사람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순간에만 값이 바뀐다. 권한은 구조가 지키고 전 과정이 감사로 남는다.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오늘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오늘 — 하루가 이 한 화면에서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7772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demo_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49808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645920"/>
            <a:ext cx="3200400" cy="4617720"/>
          </a:xfrm>
          <a:prstGeom prst="roundRect">
            <a:avLst>
              <a:gd name="adj" fmla="val 2857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874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홈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3252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06840" y="27889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로그인하면 역할에 맞는 '오늘'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06840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대기·확인할 이름·미달 KPI를 할 일로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06840" y="4617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질문창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판단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승인함 — 오늘의 제안이 기다립니다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7772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demo_i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49808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645920"/>
            <a:ext cx="3200400" cy="4617720"/>
          </a:xfrm>
          <a:prstGeom prst="roundRect">
            <a:avLst>
              <a:gd name="adj" fmla="val 2857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874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카드 승인함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3252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06840" y="27889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카드마다 수치+구간+근거+대안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06840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'왜?'로 원장까지 역추적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06840" y="4617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승인→감사 로그 즉시 기록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성과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프로젝트·KPI — 달성도를 숫자로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7772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kpi_dash_r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49808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645920"/>
            <a:ext cx="3200400" cy="4617720"/>
          </a:xfrm>
          <a:prstGeom prst="roundRect">
            <a:avLst>
              <a:gd name="adj" fmla="val 2857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874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달성도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3252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06840" y="27889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경영목표 3/4 달성(생산성·납기·품질)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06840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 미달 → 개선 카드 안내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06840" y="4617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개선 루프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질문 — 근거를 인용해 답합니다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7772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scn_a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49808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645920"/>
            <a:ext cx="3200400" cy="4617720"/>
          </a:xfrm>
          <a:prstGeom prst="roundRect">
            <a:avLst>
              <a:gd name="adj" fmla="val 2857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1874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질문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3252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06840" y="27889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'OVEN-2 왜 불량?' 자연어로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06840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 서술·수치는 그래프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06840" y="4617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답변에 [근거:] 인용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RESULT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파이프라인 실행 결과 — 합성 데모, 67초 완주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202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762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WAPE 7.0%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수요예측(출발선 19.4%)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762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13일 선행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OVEN-2 고장 예지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19202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1762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11건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6676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 에이전트 제안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8795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2건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확신도 승격→SOP 개정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18795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30/30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0" y="4892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정합성 시험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92440" y="393192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18795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3/4 달성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66760" y="4892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경영목표 달성도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샘플 위에서 완전히 동작 — 실데이터 연결 즉시 같은 계산이 실수치로 돕니다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여정 — 제안(P1) 이후 실제로 걸어온 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108960"/>
                <a:gridCol w="6903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이중 DB·CI·웹앱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PostgreSQL 이중 백엔드·승인함·GPU Ollama 백엔드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 Odoo 결선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 인스턴스·CDC 검증·부하 시험·SLA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 서비스화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체험 테넌트·업로드 UI·Cloudflare Tunnel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보안·정합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세션·CSRF·야간 정합 배치·2차 범위 실증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유료 준비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과금·자동 발급·저장 쿼터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프로젝트·KPI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측정 엔진·대시보드·개선 루프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재구성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4허브·역할별 홈·용어 정리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디자인·데모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시각 폴리시·메인 랜딩·KPI 정의·데모 시딩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작업실행 계획 — 세 단계, 32주 (현재 위치)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0E8F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수직 완주 (12주) — 완료·실증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M0 지반 + 수요예측이 M1→M7을 얇게 관통 · 첫 판단 카드 승인·환류 완료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004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C07F1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수평 확장 (12주) — 코어 구현 완료, 실데이터 대기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재고·생산 + 설비예지 앱, RL·이상탐지 가동 · 4대 중 3앱 카드 가동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5720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9C5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· 지능 심화 (8주) — 설계·일부 선행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19379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확신도 루프 심화·자동실행 승급·KPI 자동 계산(지식센터)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1단계 완주·실증 + 2단계 코어 구현 완료 → 실데이터 온보딩 시 파일럿 12주 진입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지금, 살아있는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 24시간 가동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PC WSL2 — 로그인·화면·측정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odooaierp.com 공개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 Tunnel — 폰 접속 확인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9659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5080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 서술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6676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강제 유지·반출 옵트인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복제 소크 무결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CDC 정합 all_ok 지속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155 그린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7200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 155 · SQLite 150+5skip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50808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시나리오 통과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6676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M1→M7·KPI 달성·웹 워크스루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것은 규모(데이터·고객)의 문제이지, 구축의 문제가 아닙니다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— 실데이터가 들어오면, 판단이 나갑니다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C07F1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 실데이터 온보딩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 읽기전용 접속 + 24개월 판매 엑셀 — 형식 그대로, 정리는 저희 몫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53512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0E8F8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067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 파일럿 12주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수요예측·발주 완주 — 결품과 폐기를 함께 줄입니다(숫자로 증명)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032504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032504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9C5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966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 KPI 자동 계산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4169664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계산식을 지식센터에 등록 — 수기에서 Odoo 자동 측정으로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111496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5111496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6E3A1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4865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 유료·자산 이관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5248656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과금 on · 겸용→전용 장비 · 모든 산출물은 고객 자산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방법론이 제품이 될 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DMAIC는 M3와 게이트로, 3정5S는 M2의 품질 게이트로, 커스터디 헌장은 M0의 반출 게이트로, 판단 카드는 M6·M7의 스키마로 — 문서의 방법론이 구조로 굳었습니다.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"문서에 있으면 사람이 지켜야 하지만, 플랫폼이 되면 구조가 지킵니다."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구조가 지키는 회사는 — 담당자가 바뀌어도, 지원이 끝나도, 축적을 잃지 않습니다.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에이에스씨(ASC) · odooaierp.com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플랫폼 최종 발표자료</dc:title>
  <dc:subject>PptxGenJS Presentation</dc:subject>
  <dc:creator>ASC</dc:creator>
  <cp:lastModifiedBy>ASC</cp:lastModifiedBy>
  <cp:revision>1</cp:revision>
  <dcterms:created xsi:type="dcterms:W3CDTF">2026-09-14T00:54:00Z</dcterms:created>
  <dcterms:modified xsi:type="dcterms:W3CDTF">2026-09-14T00:54:00Z</dcterms:modified>
</cp:coreProperties>
</file>