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ERP 구축 제안서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C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코아콘 (COREcon) 귀중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이카운트 ERP → Odoo 통합 전환  ·  표준제품 판매 + 프로젝트형 장비를 하나로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  ·  에이에스씨(ASC) · AX 플랫폼 사업팀  ·  odooaierp.com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배경 — 이카운트 현황과 코아콘 사업 특성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21284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솔루션 개요 (End-to-End)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87121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코아콘 To-Be 아키텍처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52958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개선 — 2트랙 영업·생산·프로젝트 손익·승인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(핵심)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이관 · 구축 방법론 · 일정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5504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&amp; 다음 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배경 — 이카운트 현황과 코아콘 사업 특성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코아콘은 오일쿨러·히트펌프·반도체 제조장비·의료기기 등 열관리·정밀장비를 제조·연구개발하는 첨단 기술기업으로, 표준제품 반복 판매와 고객 맞춤형 장비 프로젝트가 혼합된 구조입니다. 현행 이카운트 ERP는 아래 특성을 담기 어렵습니다.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51960"/>
                <a:gridCol w="4251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이카운트 현황의 한계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전환 시 개선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화면·업무 분절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기능별 화면이 각각 — 이동·중복 입력 많음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영업기회 한 화면에서 견적·수주·배송·청구 연결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불필요 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쓰는 기능이 많아 복잡·사용성 저하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필요한 모듈만 선택 구성 — 단순·직관 UI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손익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 프로젝트 예상/실적 손익 관리 취약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단위 매입·생산·외주·인건비 연결 P&amp;L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생산·BOM·시리얼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BOM 생산계획·시리얼 추적 관리 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MPS→작업지시→실행, 시리얼/Lot 추적 표준 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성과·KPI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대비 성과 집계·가시화 어려움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원가·납기·품질·수익 KPI 대시보드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솔루션 개요 — End-to-End 통합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영업(기회) → 구매·수출입 → 생산·재고 → 프로젝트·설치 → 재무·경영까지 전 업무 흐름을 단일 플랫폼으로 통합합니다. 각 담당자는 역할 기반으로 참여하고, 데이터는 분절 없이 연계·누적됩니다.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714B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영업/기회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(제품·프로젝트)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06624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62072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구매·수출입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(부품·센서)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28616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714B67"/>
          </a:solidFill>
          <a:ln/>
        </p:spPr>
      </p:sp>
      <p:sp>
        <p:nvSpPr>
          <p:cNvPr id="15" name="Text 13"/>
          <p:cNvSpPr/>
          <p:nvPr/>
        </p:nvSpPr>
        <p:spPr>
          <a:xfrm>
            <a:off x="5084064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(BOM·작업지시)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50608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06056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(시리얼·Lot)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28048" y="22860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9528048" y="22860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프로젝트·회계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(손익·승인)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82296" cy="155448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플랫폼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160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영업·구매·생산·재고·프로젝트·회계를 단일 데이터로 통합 — 중복 입력 해소.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657600"/>
            <a:ext cx="82296" cy="15544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제품+프로젝트 동시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4160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표준제품 판매와 프로젝트형 장비 수주를 한 시스템에서 관리.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3657600"/>
            <a:ext cx="82296" cy="15544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기반 통제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4160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구매·전표·수주에 승인 Workflow — 시스템이 규칙을 지킴.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코아콘 To-Be 아키텍처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714B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관리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상품·영업기회·견적·수주 · 표준+프로젝트 2트랙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구매·수출입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1214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부품·센서 수입 · 공급자 · 매입청구 · 외주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1214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BOM · 생산계획(MPS) · 작업지시 · 작업실행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714B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81304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입출고 · 시리얼/Lot 추적 · 위치(WMS 기초)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16552" y="32461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프로젝트·회계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99432" y="381304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고객/R&amp;D 프로젝트 · P&amp;L · AP/AR 승인 · 전표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93024" y="32461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9050">
            <a:solidFill>
              <a:srgbClr val="C07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성과·경영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5904" y="381304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원가·납기·품질·수익률 KPI 대시보드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52628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/ 기본 모듈 — 사용자·권한·조직·기준정보·승인 Workflow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프로젝트·시리얼·원가·매출 정보가 실시간 연결되어 운영 관리부터 경영 의사결정까지 일관된 기준의 데이터를 제공합니다.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KEY IMPROVEMENTS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개선 — 2트랙 영업 · 생산 · 프로젝트 손익 · 승인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82296" cy="219456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27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표준제품 + 프로젝트 2트랙 영업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Lead→기회→견적→수주 파이프라인 표준화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오일쿨러·히트펌프 등 표준제품은 사양·용량 옵션 구성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견적에 장비·부품·외주·SW 혼합 구성(Mixed Sale)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17320"/>
            <a:ext cx="82296" cy="219456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527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BOM 생산 · 시리얼 추적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BOM 기준 생산계획(MPS)→작업지시→작업실행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장비 단위 Serial, 부품/소모품 Lot 추적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입고→검수→생산→출고 전 과정 이력 통합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94760"/>
            <a:ext cx="82296" cy="2194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04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프로젝트 손익 (P&amp;L)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Opportunity→Project 전환, 고객/R&amp;D 구분 관리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프로젝트별 매입·생산·외주·인건비·설치비 연결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예상 손익 vs 실적 손익 비교 분석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5F8FB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94760"/>
            <a:ext cx="82296" cy="219456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04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발주 · 회계 연동 (승인)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29768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생산계획·수주 기반 발주 → 매입청구 → 전표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구매·전표·수주에 승인 Workflow 적용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외화(수입)·홈택스 세금계산서 연동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REQUIREMENTS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(핵심 1차)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(세부·수치는 분석 단계 확정)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영업/CRM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Lead→기회→견적→수주 파이프라인, 표준+프로젝트 2트랙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영업/CRM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견적에 장비·부품·외주·SW 혼합 구성, 예상 손익(P&amp;L)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구매/수출입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부품·센서 수입 문서 관리, 생산·수주 기반 발주 + 승인 Workflow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BOM 기준 생산계획(MPS)→작업지시→작업실행, 표준원가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 단위 Serial·부품 Lot 추적, Location 기본 재고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기회→프로젝트 전환, 매입·생산·외주·인건비 연결 손익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AP/AR 승인, 외화·환차손익, 계정·거래처 원장·Aging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원가·납기·품질·수익률 목표 대비 KPI 대시보드 제공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이카운트 데이터 이관 · 홈택스 · 기업은행/전자결재(협의)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METHOD &amp;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이관 · 구축 방법론 · 일정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이카운트 → Odoo 데이터 이관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: 거래처·품목·BOM·재고·미결 채권채무를 엑셀로 추출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: Odoo 표준 필드로 정규화(품목코드·계정·거래처)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: 테스트 환경 적재 후 잔액·수량 대사(오차 0)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: Go-Live 기준일 재고·미결 잔액 이관 후 개시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방법론 (Agile 스프린트)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Discovery(요구사항 분석) → Blueprint(설계) 확정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Realization : 3~4회 스프린트로 핵심부터 가동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스프린트 리뷰에 Key User 참여 → 갭 최소화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Testing(UAT) → 교육 → Go-Live → 안정화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기간(안)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B6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분석·설계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정의·To-Be 설계·데이터 이관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개발·구축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2~4개월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영업·구매·생산·재고·프로젝트·회계 설정 + 이관(스프린트)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테스트·교육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~1개월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UAT·업무별 교육·운영 가이드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 Go-Live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적용 + 안정화(Hypercare)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표준 기준 약 6~9개월, 코아콘 실제 범위·인력에 따라 착수 시 확정합니다.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VALUE &amp;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&amp; 다음 단계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85455" y="146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(주)코아콘 · Odoo ERP 구축 제안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손익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vs 실적 손익 관리 기준 확립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통합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02152" y="208483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입력 해소·처리 리드타임 단축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생산·재고 정확도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27064" y="208483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정확도·계획 준수율 향상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14816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8FB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14816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가시화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51976" y="208483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원가·납기·품질·수익 KPI 실시간 제공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(Next Step)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 검토 및 피드백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현행(이카운트) 업무·데이터 기반 요구사항 분석 워크숍(업무별 1~3회)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설계·최종 범위·일정·견적 확정(Sign-off)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모듈 파일럿 우선 가동 → 단계적 전면 전환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806440"/>
            <a:ext cx="10972800" cy="18288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제안·문의   </a:t>
            </a:r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  ·   odooaierp.com   ·   asclhg@gmail.com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2026-09-17T03:29:15Z</dcterms:created>
  <dcterms:modified xsi:type="dcterms:W3CDTF">2026-09-17T03:29:15Z</dcterms:modified>
</cp:coreProperties>
</file>