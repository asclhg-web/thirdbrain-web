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PLATFORM — STANDARD OPERATIONS MANUAL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운영매뉴얼 v3.0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8F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모듈별 화면구성 · 운영 절차 · 장애 대응 · 백업 — 중소기업 현장 기준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14400" y="3566160"/>
            <a:ext cx="2743200" cy="45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v3.0 갱신: </a:t>
            </a:r>
            <a:pPr indent="0" marL="0">
              <a:buNone/>
            </a:pPr>
            <a:r>
              <a:rPr lang="en-US" sz="1400" dirty="0">
                <a:solidFill>
                  <a:srgbClr val="EDE3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8단계 화면 재구성을 반영했습니다 — 메뉴가 [오늘·데이터·판단·성과]+관리의 일 중심 4허브로 바뀌고, 역할별 첫 화면·오늘 할 일 홈·시작 여정 5단계·엑셀 열 매핑 등록 화면이 추가됐습니다. 화면은 전부 새 UI 실구동 캡처, 수치는 합성 샘플입니다.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5806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A7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에이에스씨(ASC) · 이형근 · v3.0 · 2026. 9. 13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DOCUMENT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규정 — 목적·적용 범위·역할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5096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043416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AX 플랫폼을 일상 운영하는 담당자가 화면 단위로 무엇을·언제·어떻게 하는지 정의한다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범위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통합 웹앱 21화면 · Odoo 승인함 애드온 · 배치/백업/장애 대응 — 체험판·정식 운영 공통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개정 이력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v1.0 최초(11화면) → v2.0 2026-09-11 4단계 반영(16화면·구성도·일과·장애 등급) → v2.1 6단계 반영(과금·신청 3화면) → v2.2 2026-09-12 7단계 반영(프로젝트·KPI 2화면) → v3.0 2026-09-13 8단계 반영(4허브 내비·오늘 홈·시작 여정·매핑 등록·용어 순화)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 주체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에이에스씨(ASC) — 원본은 git 저장소 docs/presentations/, 개정 시 커밋 이력으로 추적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977640"/>
          <a:ext cx="11055096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566160"/>
                <a:gridCol w="4745736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권한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 업무 화면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관리자 (admin)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기능 + 계정·배치·Odoo 연결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오늘(홈) · 관리 허브 · 지금 반영(배치) · Odoo 연결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스튜어드 (steward)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반입·격리 확정·온보딩 설정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허브(자료 반입 홈) · 확인할 이름 · 온보딩 설정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승인자 (approver)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 카드 승인/반려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승인함 · 브리핑 · 자동실행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열람 (viewer)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읽기 전용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 · 질문 · War Room · 감사 로그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54480"/>
            <a:ext cx="1105509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10689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</a:t>
            </a:r>
            <a:pPr indent="0" marL="0">
              <a:buNone/>
            </a:pPr>
            <a:r>
              <a:rPr lang="en-US" sz="15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구성  —  </a:t>
            </a:r>
            <a:pPr indent="0" marL="0">
              <a:buNone/>
            </a:pPr>
            <a:r>
              <a:rPr lang="en-US" sz="12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구성도 · 소프트웨어 구성도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2240280"/>
            <a:ext cx="1105509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313432"/>
            <a:ext cx="10689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</a:t>
            </a:r>
            <a:pPr indent="0" marL="0">
              <a:buNone/>
            </a:pPr>
            <a:r>
              <a:rPr lang="en-US" sz="15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 —  </a:t>
            </a:r>
            <a:pPr indent="0" marL="0">
              <a:buNone/>
            </a:pPr>
            <a:r>
              <a:rPr lang="en-US" sz="12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접속·로그인·보안 정책 · 4허브 내비게이션과 역할별 홈 (6~7쪽)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2926080"/>
            <a:ext cx="1105509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999232"/>
            <a:ext cx="10689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</a:t>
            </a:r>
            <a:pPr indent="0" marL="0">
              <a:buNone/>
            </a:pPr>
            <a:r>
              <a:rPr lang="en-US" sz="15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 운영 화면  —  </a:t>
            </a:r>
            <a:pPr indent="0" marL="0">
              <a:buNone/>
            </a:pPr>
            <a:r>
              <a:rPr lang="en-US" sz="12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오늘(홈) · 승인함 · 자료 반입(매핑 포함) · 확인할 이름 · 브리핑 · 질문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3611880"/>
            <a:ext cx="1105509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685032"/>
            <a:ext cx="10689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</a:t>
            </a:r>
            <a:pPr indent="0" marL="0">
              <a:buNone/>
            </a:pPr>
            <a:r>
              <a:rPr lang="en-US" sz="15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분석·감시 화면  —  </a:t>
            </a:r>
            <a:pPr indent="0" marL="0">
              <a:buNone/>
            </a:pPr>
            <a:r>
              <a:rPr lang="en-US" sz="12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· War Room · 프로젝트·KPI 대시보드 · 감사 로그 · 자동실행 · 자산 대장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6928" y="4297680"/>
            <a:ext cx="1105509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370832"/>
            <a:ext cx="10689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</a:t>
            </a:r>
            <a:pPr indent="0" marL="0">
              <a:buNone/>
            </a:pPr>
            <a:r>
              <a:rPr lang="en-US" sz="15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화면  —  </a:t>
            </a:r>
            <a:pPr indent="0" marL="0">
              <a:buNone/>
            </a:pPr>
            <a:r>
              <a:rPr lang="en-US" sz="12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 설정 · 계정 · 지금 반영(배치) · 과금 · 체험 신청 · Odoo 연결 · 서비스 상태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928" y="4983480"/>
            <a:ext cx="1105509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5056632"/>
            <a:ext cx="10689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 </a:t>
            </a:r>
            <a:pPr indent="0" marL="0">
              <a:buNone/>
            </a:pPr>
            <a:r>
              <a:rPr lang="en-US" sz="15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운영 일과  —  </a:t>
            </a:r>
            <a:pPr indent="0" marL="0">
              <a:buNone/>
            </a:pPr>
            <a:r>
              <a:rPr lang="en-US" sz="12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일·주·월 체크리스트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6928" y="5669280"/>
            <a:ext cx="1105509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742432"/>
            <a:ext cx="10689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 </a:t>
            </a:r>
            <a:pPr indent="0" marL="0">
              <a:buNone/>
            </a:pPr>
            <a:r>
              <a:rPr lang="en-US" sz="15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대응·백업  —  </a:t>
            </a:r>
            <a:pPr indent="0" marL="0">
              <a:buNone/>
            </a:pPr>
            <a:r>
              <a:rPr lang="en-US" sz="125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등급별 대응 · 백업/복구 · 저장소 상태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SYSTEM — HARDWARE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구성도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diagram_h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11384280" cy="47091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0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566928" y="6199632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인터넷에서 서버로 직접 들어오는 경로가 없습니다 — Cloudflare Tunnel(아웃바운드)만으로 공개되고, GPU·Odoo 연계는 사설망 전용입니다.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SYSTEM — SOFTWARE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소프트웨어 구성도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diagram_s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11384280" cy="47091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0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566928" y="6199632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파이프라인은 위에서 아래로 흐르고, 모든 단계는 테스트 81종(SQLite·PostgreSQL 양쪽)과 회귀 30선으로 방어됩니다.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COMMON · 전 역할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접속·로그인 — 보안 정책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3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 주소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사내: http://&lt;앱서버&gt;:8900 · 공개: try/app.odooaierp.com (Tunnel 결선 후). 계정은 관리자가 발급한 봉투(임시 비밀번호)로 첫 로그인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2962656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008376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로그인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비밀번호 상태에서는 변경 화면 외에 아무 화면도 열리지 않습니다(강제 변경). 분실 시 관리자 재발급 — 재발급 즉시 이전 로그인은 전부 끊깁니다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23376" y="4114800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4816" y="4160520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잠금·세션 정책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5회 연속 오류 → 15분 잠금(관리자 즉시 해제 가능) · 로그인 유지 12시간 후 자동 재로그인 · 비밀번호 변경 시 모든 기기에서 재로그인 필요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23376" y="5266944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14816" y="5312664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체험판 표시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테넌트는 모든 화면 상단에 '체험판 · 합성 데이터' 배지 상시 표시 — 실데이터와 혼동 방지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DAILY · 전 역할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— 하루가 시작되는 화면 (v3 신설)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3/to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4허브 내비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메뉴가 [오늘·데이터·판단·성과]+관리(관리자만)로 재편 — 아랫줄은 현재 허브의 화면들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2962656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008376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역할별 홈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로그인하면 역할에 맞는 첫 화면: 대표=성과, 승인자=승인함, 실무=자료 반입, 관리자=오늘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23376" y="4114800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4816" y="4160520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 카드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대기·확인할 이름·목표 미달 KPI가 건수로 모이고, 누르면 바로 그 화면 — 없으면 '처리할 일 없음'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23376" y="5266944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14816" y="5312664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여정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설치에서는 5단계(회사→자료→프로젝트→목표→첫 측정) 진행 카드가 안내 — 완주하면 사라짐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723376" y="6419088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14816" y="6464808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질문창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날이든 '왜?'는 여기서 — 근거 없는 답은 만들지 않습니다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DAILY · 승인자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승인함 — 판단 카드 검토·승인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3/in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 10분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카드를 위에서부터: 제안·구간(P10~P90)·근거 인용을 읽고 승인 또는 반려. 결정은 언제나 사람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2962656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008376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→ 환류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즉시 파라미터가 기록되고 발주류 카드는 Odoo 구매발주 '초안'(PO/AXP/*)까지 자동 — 확정은 Odoo 화면에서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23376" y="4114800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4816" y="4160520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반려는 사유와 함께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사유(수치 의문·현장 사정 등)는 재학습 재료가 됩니다 — '기타'보다 구체 사유 권장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23376" y="5266944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14816" y="5312664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확인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〔근거〕 표기를 눌러 근거 사다리(데이터→규칙→모델)를 확인 — 근거 없는 문장은 시스템이 생성 자체를 차단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DAILY · 스튜어드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반입 — 엑셀·POS 업로드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3/upload_d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 선택 후 업로드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엑셀(판매집계·행사·단가) / POS 일별 정산 / POS 영수증 로그 — CSV(cp949)·엑셀, 최대 20MB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2962656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008376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반입 미리보기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직후 기간·매장·상품·수량 합계를 바로 확인 — 이상하면 원본을 확인하고 다시 올리면 됩니다(같은 파일은 중복 반입 차단)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23376" y="4114800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4816" y="4160520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자동 차단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연락처·주소 등 개인정보 의심 컬럼은 반입 시점에 자동 제거 — 값은 어디에도 저장되지 않음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23376" y="5266944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14816" y="5312664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집계 경고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Odoo 판매와 겹치는 날짜·매장이면 경고 표시 — 판매 정본(Odoo냐 POS냐)은 온보딩 때 정한 원칙대로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DAILY · 스튜어드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격리 큐 — 미확인 코드 확정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3/quarant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오전 처리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표기(신제품·오타·새 매장)가 격리되면 표준 코드를 지정해 확정 — 확정 즉시 다음 배치부터 자동 매핑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실수해도 안전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오확정은 '확정 취소(undo)'로 되돌림 — 이력은 감사 로그에 남습니다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23376" y="446227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4816" y="450799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미매핑률 목표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1% 이하 유지 — 넘으면 온보딩 설정의 별칭 사전을 보강하세요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DAILY · 전 역할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 브리핑 — 어제와 오늘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3/brief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출근 후 5분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실적·이상 신호·오늘의 판단 카드 요약을 한 페이지로 — 회의 전 공통 화면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수치에 근거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브리핑의 문장도 근거 인용이 강제됩니다 — 눌러서 원천 데이터까지 추적 가능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23376" y="446227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4816" y="450799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 시점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 배치(새벽) 기준 — 방금 올린 자료를 바로 보려면 관리자에게 '배치 실행' 요청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DAILY · 전 역할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— '왜?'에 끝까지 답합니다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3/ask_answe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자연어로 질문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'OVEN-2 불량의 원인은?' · 'P-PIE 수요 이력' · '습도 규칙' — 설비/제품 코드를 포함하면 정확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 없는 답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답변은 그래프 검색 결과에서만 조립되고 전 문장 〔근거〕 표기 — 모르는 것은 모른다고 답합니다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23376" y="446227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4816" y="450799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서버 연동 시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서술이 더 자연스러워지며, GPU 불통이면 자동으로 기본 조립기로 폴백(기능 저하 없음)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MONITOR · 전 역할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— 승격된 운영 지식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3/ru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지식의 승격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 마이닝이 찾은 패턴이 확신도 70%×3회를 넘으면 규칙으로 승격 — 카드의 '참고 규칙'으로 인용됩니다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반증도 자동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데이터가 반박하면 자동 강등 — 지식이 낡은 채 방치되지 않습니다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23376" y="446227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4816" y="450799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'왜?' 추적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규칙의 근거 경로(어느 데이터·어느 기간)를 화면에서 바로 확인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MONITOR · 전 역할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 Room — 관제 현황판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3/war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점검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퍼널(후보→승격→반증)·거짓 경보율·에이전트 활동을 한 화면에서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화면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운영 회의는 이 화면을 띄우고 시작 — 숫자가 아니라 추세를 봅니다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MONITOR · 전 역할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— 정의에서 성과까지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3/proj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정의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이름·경영 목표 한 줄 + 5대 지능화 요구사항(수요예측·재고·생산계획·설비/품질/안전·지식센터) 체크 — 고른 영역의 모듈·알고리즘·KPI가 자동 등재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회사에 맞게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KPI의 목표치는 사람이 정합니다 — 목표 없는 KPI는 개선 제안도 오지 않습니다(현장 합의 우선)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23376" y="446227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4816" y="450799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보나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정의는 관리자, 열람은 전 역할 — 아침 브리핑과 함께 5분 확인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MONITOR · 전 역할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대시보드 — 무한 개선 루프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3/project_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한눈에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카드마다 최신 실측·기준선·목표·판정(달성/미달/측정 전)과 시계열 차트(점선=목표선) — 측정 전 지표는 어떤 데이터가 더 필요한지 그대로 보여줍니다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미달이면 카드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 측정에서 미달로 판정되면 개선 제안 카드가 승인함으로 옵니다(같은 KPI 중복 방지) — 승인하면 피드백 이력에 기록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23376" y="446227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4816" y="450799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조정도 이력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조정은 사유와 함께 이력에 남고, 다음 측정이 재판정 — 측정→제안→승인→조정→재측정이 멈추지 않는 루프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MONITOR · 관리자/열람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로그 — 누가 무엇을 언제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3/au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결정 기록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승인·반려·확정·설정 변경·계정 발급까지 전부 남습니다 — 지울 수 없는 원장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분쟁 대비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'왜 이 발주가 나갔나'는 카드 번호로 검색 — 제안 근거와 승인자·시각이 한 줄로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MONITOR · 승인자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자동실행 — 상한과 회수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3/promo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기반 자동화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승인된 유형은 금액 상한 내 자동실행으로 승급 가능 — 상한·승인율 기준은 화면에서 관리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언제든 회수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성과가 흔들리면 즉시 수동 승인으로 강등 — 자동화는 특권이지 기본값이 아닙니다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MONITOR · 스튜어드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 대장 — 데이터 자산 관리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3/ass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있는지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원천·데이터셋·모델·규칙·보고서가 등록된 자산 대장 — 소유자·갱신 주기 포함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대비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실사·인증 때 '데이터 관리 체계' 증빙으로 그대로 제출 가능한 형식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ADMIN · 스튜어드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 설정 — 우리 회사 말로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3/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1회 + 수시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회사명·매장·품목·코드 별칭을 화면에서 편집 — 저장 즉시 전 화면과 코드 사전에 반영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매장: 코드=이름=채널 · 품목: 코드=이름 · 별칭: 영역,현장표기,표준코드 — 틀린 줄은 몇 행이 왜 틀렸는지 알려줍니다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23376" y="446227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4816" y="450799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격리 큐와 연동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표기를 별칭으로 미리 넣으면 격리 큐에 걸리지 않고 자동 매핑됩니다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ADMIN · 관리자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관리 — 발급은 봉투처럼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3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추가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아이디·역할·표시 이름 입력 → 임시 비밀번호가 화면에 딱 한 번 표시 — 안전하게 전달하고 화면을 닫으세요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재발급·잠금 해제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분실 시 재발급(기존 비밀번호 즉시 무효, 첫 로그인 변경 강제) · 5회 오류 잠금은 여기서 즉시 해제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23376" y="446227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4816" y="450799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신청 처리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신청은 '체험 신청 관리' 화면에서 발급 — 메일 신청은 여기서 계정 생성 후 회신 (둘 다 승인제)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ADMIN · 관리자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실행 — 기다리지 않는 반영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3/ru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쓰나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자료를 올리고 바로 브리핑에 반영하고 싶을 때 — 야간 배치를 기다리지 않고 버튼 한 번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2962656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008376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장치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실행은 자동 차단되고, 실행 이력에 상태(실행 중/완료/실패)와 실패 단계가 남습니다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23376" y="4114800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4816" y="4160520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소요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 분(데이터량에 따라) — 완료는 이력 새로고침으로 확인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23376" y="5266944"/>
            <a:ext cx="314553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14816" y="5312664"/>
            <a:ext cx="296265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카드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'에이전트 최근 상태'와 '재학습 이력'을 함께 봅니다 — '대기(학습 전)'는 정상(데이터 축적 후 시작), '실패'만 조치 대상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ADMIN · 관리자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과금 — 구독과 청구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3/bil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플랜·상태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trial(무료)/standard/pilot 3플랜 — 상태는 정상→납기 경과→미납 잠금 순으로만 움직입니다(총 4주 유예)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청구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매월 초 '발행' 한 번 — 이미 발행된 달은 그대로(멱등). 수납 확인 후 '수납 처리'로 기록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23376" y="446227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4816" y="450799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미납 잠금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지우지 않습니다 — 일반 사용자 로그인만 막고, 관리자는 들어와 수납·해제. 수납 즉시 원상복구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ADMIN · 관리자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신청 관리 — 승인제 발급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3/signu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목록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신청 폼으로 들어온 신청이 대기로 쌓입니다 — 발급 버튼 한 번에 체험 테넌트 생성 + 초기 계정 파일 경로 표시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승인제 기본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발급은 AXP_AUTO_ISSUE=1을 명시로 켠 경우에만 — 접수된 결정(초기 승인제)이 기본값입니다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23376" y="446227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4816" y="450799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이메일은 수동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계정 안내 메일은 아직 사람이 보냅니다(SMTP 결선 전) — 화면에 명시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ADMIN · 관리자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Odoo 연결 마법사 — 붙기 전 검사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3/conn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전용 검사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Odoo DB 접속 정보로 버전·설치 모듈·wal_level·복제 권한·대상 테이블 13종을 검사 — 원장에 쓰기 없음, 비밀번호 미저장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 SQL 생성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인스턴스에 존재하는 테이블만으로 발행(publication) SQL을 만들어 줌 — DBA가 복사·실행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23376" y="446227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4816" y="450799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생성→매핑 뷰→정합 대조는 현장 체크리스트 C 절차대로 (엔지니어 동행 권장)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ADMIN · 공개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상태 — 밖에서 보는 건강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3/stat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페이지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/status 는 로그인 없이 접근 — 웹앱·DB·야간 파이프라인 신호만 노출(데이터·계정 정보 없음)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감시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하트비트가 5분마다 검사 — 연속 2회 실패 시 다운 경보, 복구 시 복구 알림. 정합 배치 실패도 여기서 이중 감시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23376" y="446227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4816" y="450799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정합 신호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 정합 배치의 최근 통과 여부를 신호등으로만 노출 — 수치·데이터는 보이지 않습니다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ADMIN · 공개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신청 폼 — 손님이 문을 두드리는 곳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6" name="Image 0" descr="/tmp/claude-0/-home-user-thirdbrain-web/bc639c69-a342-56eb-af6c-6a89fd170e25/scratchpad/shots_v3/sign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7955280" cy="49720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3a2a1a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8723376" y="1371600"/>
            <a:ext cx="3145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23376" y="181051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14816" y="185623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폼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/signup 은 로그인 없이 접근 — 회사명·이메일만 필수, 체험 데이터는 합성이며 업로드는 24시간 파기임을 안내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23376" y="313639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14816" y="318211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봇 방어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숨은 허니팟 필드 + 시간당 접수 완충 — 봇은 조용히 흘려보내고 기록하지 않습니다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723376" y="4462272"/>
            <a:ext cx="3145536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14816" y="4507992"/>
            <a:ext cx="29626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
</a:t>
            </a:r>
            <a:pPr indent="0" marL="0">
              <a:buNone/>
            </a:pPr>
            <a:r>
              <a:rPr lang="en-US" sz="10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접수되면 관리자에게 알림 — '체험 신청 관리'에서 발급/반려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ROUTINE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운영 일과 — 일·주·월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5096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5760720"/>
                <a:gridCol w="2368296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 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아침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역할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 확인(5분) → 승인자: 대기 카드 처리(10분) → 스튜어드: 격리 큐 확정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브리핑·승인함·격리 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수시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스튜어드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판매·정산 파일 도착 시 자료 반입 → 미리보기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반입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 1회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War Room 추세 점검 · 규칙 승격/강등 확인 · 계정 상태 점검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War Room·규칙·계정 관리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1회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백업 복구 리허설 1회 · SLO 달성률 확인 · 재학습 결과(WAPE 추이)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상태·감사 로그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자동(무인)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야간 배치(새벽) · 주간 재학습(월요일) · 하트비트(5분) · 체험 0시 리셋 · 업로드 24h 파기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89788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사람의 일과는 하루 15~20분 — 나머지는 시스템이 돌고, 사람은 판단만 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INCIDENT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대응 — 등급과 첫 조치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5096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017520"/>
                <a:gridCol w="4754880"/>
                <a:gridCol w="2276856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첫 조치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 시간(SLA)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웹앱 접속 불가·승인/환류 전면 불가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다운 경보 수신 확인 → 서버에서 systemctl status axp-web → 재시작 후에도 불가면 ASC 직통 연락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 30분 · 복구 4h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아침 브리핑/카드 미생성 · CDC 지연 1h+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 실행 화면에서 실패 단계 확인 → 재실행 → 반복 실패면 ASC 연락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 2h · 당일 복구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일부 화면 오류·특정 카드 이상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감사 로그·카드 번호 캡처해 ASC 전달 — 다른 업무는 정상 진행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당일 응답 · 3영업일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P4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개선 요청·사용법 질문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접수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익영업일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57784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4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플랫폼이 먼저 압니다 — </a:t>
            </a:r>
            <a:pPr indent="0" marL="0">
              <a:buNone/>
            </a:pPr>
            <a:r>
              <a:rPr lang="en-US" sz="130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P1·P2는 대부분 하트비트·경보가 사람보다 먼저 감지해 알립니다. 경보 채널(텔레그램)을 꼭 켜 두세요. GPU 서버 불통은 장애가 아닙니다(자동 폴백— 서술 품질만 기본형으로).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603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BACKUP &amp; REPOSITORY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66928"/>
            <a:ext cx="110550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백업·복구와 저장소 상태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207008"/>
            <a:ext cx="1051560" cy="41148"/>
          </a:xfrm>
          <a:prstGeom prst="rect">
            <a:avLst/>
          </a:prstGeom>
          <a:solidFill>
            <a:srgbClr val="E8A33D"/>
          </a:solidFill>
          <a:ln/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5096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4837176"/>
              </a:tblGrid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방법·주기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상태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플랫폼 DB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pg_dump --no-subscriptions 일 1회, 7세대 로테이션 (crontab.example)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복구 리허설 실측 — 복원 6초·건수 일치. 구독 포함 덤프의 이중 복제 사고를 실물로 확인해 표준 확정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루트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파일은 raw/에 불변 보존(체험 업로드만 24h 파기)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반입 원본·매핑·감사 이력 전부 재처리(backfill) 가능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코드·문서·매뉴얼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git 원격 저장소가 원본 — 모든 변경은 커밋·푸시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브랜치 claude/odoo-ai-erp-presentation-ymviq8 · 커밋 137+건 전부 푸시 · 미커밋 변경 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보고서·산출물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docs/presentations/ (제안서·레포트·매뉴얼·영상)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매뉴얼 포함 전 산출물 git 보존 — 컨테이너/PC가 사라져도 복원 가능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2296" marR="82296" marT="45720" marB="45720" anchor="ctr">
                    <a:lnL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806440"/>
            <a:ext cx="11055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3A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복구 3줄 요약: </a:t>
            </a:r>
            <a:pPr indent="0" marL="0">
              <a:buNone/>
            </a:pPr>
            <a:r>
              <a:rPr lang="en-US" sz="1350" dirty="0">
                <a:solidFill>
                  <a:srgbClr val="2E2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새 서버에 git clone + install-app-server.sh ② 최신 덤프 복원(psql -f) ③ systemctl start — RTO 목표 1시간, 리허설 기준 실제 수 분.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2026-09-13T02:17:29Z</dcterms:created>
  <dcterms:modified xsi:type="dcterms:W3CDTF">2026-09-13T02:17:29Z</dcterms:modified>
</cp:coreProperties>
</file>