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SCENARIO · 발표 진행 대본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태성당 AX 플랫폼 데모 시나리오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C6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단계마다 [어디 클릭 · 보여줄 화면 · 말할 멘트 · 핵심]을 그대로 따라 하시면 됩니다.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 </a:t>
            </a:r>
            <a:pPr indent="0" marL="0">
              <a:buNone/>
            </a:pPr>
            <a:r>
              <a:rPr lang="en-US" sz="17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 / Demo!2026</a:t>
            </a:r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주소  </a:t>
            </a:r>
            <a:pPr indent="0" marL="0">
              <a:buNone/>
            </a:pPr>
            <a:r>
              <a:rPr lang="en-US" sz="17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https://app.odooaierp.com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8~10분 · 8단계 · 2026.9 · 에이에스씨(ASC)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 (데모 5분 전)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시작 전 체크리스트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91440" cy="77724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1109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데이터 시딩 완료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1911096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서버1에서 sudo bash ax-platform/deploy/seed-demo.sh 실행 완료 — '데모 준비 완료' 메시지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06624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06624"/>
            <a:ext cx="91440" cy="77724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로그인 확인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2788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app.odooaierp.com 접속 → admin / Demo!2026 로그인 → '오늘' 화면이 뜨는지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584448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584448"/>
            <a:ext cx="91440" cy="77724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6674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승인함 카드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3666744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→ 승인함에 카드 11건이 보이는지 (수요예측·생산계획·재고·설비·규칙)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462272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462272"/>
            <a:ext cx="91440" cy="77724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445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성과 KPI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454456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→ 프로젝트·KPI에 'AX 통합 성과 시연 1차' 달성도가 보이는지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5340096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340096"/>
            <a:ext cx="91440" cy="777240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22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인터넷·화면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542239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프로젝터·화면 공유·인터넷 연결 확인. 폰으로도 같은 주소 접속 가능(모바일 시연 대비)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문제가 있으면 마지막 장 '만약을 위한 대비'를 보세요.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 흐름 한눈에 — 8단계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37744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4871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1051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37744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24871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 브리핑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8211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37744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24871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5371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37744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4871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왜?(근거)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2531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237744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24871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8932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승인·환류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9691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60920" y="237744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24871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092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성과·KPI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6851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32520" y="237744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6E3A1C"/>
          </a:solidFill>
          <a:ln/>
        </p:spPr>
      </p:sp>
      <p:sp>
        <p:nvSpPr>
          <p:cNvPr id="30" name="Text 28"/>
          <p:cNvSpPr/>
          <p:nvPr/>
        </p:nvSpPr>
        <p:spPr>
          <a:xfrm>
            <a:off x="8732520" y="24871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3252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040112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104120" y="2377440"/>
            <a:ext cx="1325880" cy="1280160"/>
          </a:xfrm>
          <a:prstGeom prst="roundRect">
            <a:avLst>
              <a:gd name="adj" fmla="val 7143"/>
            </a:avLst>
          </a:prstGeom>
          <a:solidFill>
            <a:srgbClr val="0E8F86"/>
          </a:solidFill>
          <a:ln/>
        </p:spPr>
      </p:sp>
      <p:sp>
        <p:nvSpPr>
          <p:cNvPr id="34" name="Text 32"/>
          <p:cNvSpPr/>
          <p:nvPr/>
        </p:nvSpPr>
        <p:spPr>
          <a:xfrm>
            <a:off x="10104120" y="248716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04120" y="29260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클로징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4297680"/>
            <a:ext cx="11201400" cy="1371600"/>
          </a:xfrm>
          <a:prstGeom prst="roundRect">
            <a:avLst>
              <a:gd name="adj" fmla="val 6667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문장으로 관통하는 메시지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" y="49377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"제안은 AI가, 결정은 사람이. </a:t>
            </a:r>
            <a:pPr indent="0" marL="0">
              <a:buNone/>
            </a:pPr>
            <a:r>
              <a:rPr lang="en-US" sz="200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없는 문장은 이 시스템이 만들지 못합니다."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→ '오늘' 화면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demo_tod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2636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64592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9480" y="1645920"/>
            <a:ext cx="91440" cy="932688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9" name="Text 6"/>
          <p:cNvSpPr/>
          <p:nvPr/>
        </p:nvSpPr>
        <p:spPr>
          <a:xfrm>
            <a:off x="7479792" y="1719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클릭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79792" y="20299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app.odooaierp.com 접속 → admin / Demo!2026 로그인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2688336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2688336"/>
            <a:ext cx="91440" cy="93268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3" name="Text 10"/>
          <p:cNvSpPr/>
          <p:nvPr/>
        </p:nvSpPr>
        <p:spPr>
          <a:xfrm>
            <a:off x="7479792" y="27614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 화면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79792" y="307238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역할에 맞는 '오늘' 화면 — 승인 대기 카드, 무엇이든 물어보는 질문창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3730752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3730752"/>
            <a:ext cx="91440" cy="1554480"/>
          </a:xfrm>
          <a:prstGeom prst="rect">
            <a:avLst/>
          </a:prstGeom>
          <a:solidFill>
            <a:srgbClr val="6E3A1C"/>
          </a:solidFill>
          <a:ln/>
        </p:spPr>
      </p:sp>
      <p:sp>
        <p:nvSpPr>
          <p:cNvPr id="17" name="Text 14"/>
          <p:cNvSpPr/>
          <p:nvPr/>
        </p:nvSpPr>
        <p:spPr>
          <a:xfrm>
            <a:off x="7479792" y="38039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🗣 멘트(대사)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79792" y="4114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"하루는 이 한 화면에서 시작합니다. 밤사이 시스템이 만든 오늘 할 일이 카드로 모여 있고, 하나를 누르면 바로 그 화면으로 갑니다."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269480" y="539496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69480" y="5394960"/>
            <a:ext cx="91440" cy="932688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1" name="Text 18"/>
          <p:cNvSpPr/>
          <p:nvPr/>
        </p:nvSpPr>
        <p:spPr>
          <a:xfrm>
            <a:off x="7479792" y="54681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핵심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479792" y="57790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역할별 홈 · 할 일 중심 · 길을 잃지 않는 화면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→ 아침 브리핑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scn_brie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2636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64592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9480" y="1645920"/>
            <a:ext cx="91440" cy="932688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9" name="Text 6"/>
          <p:cNvSpPr/>
          <p:nvPr/>
        </p:nvSpPr>
        <p:spPr>
          <a:xfrm>
            <a:off x="7479792" y="1719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클릭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79792" y="20299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'오늘' 탭 → '아침 브리핑'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2688336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2688336"/>
            <a:ext cx="91440" cy="93268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3" name="Text 10"/>
          <p:cNvSpPr/>
          <p:nvPr/>
        </p:nvSpPr>
        <p:spPr>
          <a:xfrm>
            <a:off x="7479792" y="27614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 화면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79792" y="307238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어제와 달라진 것만 골라 보고 — 모든 수치에 출처(근거) 표기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3730752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3730752"/>
            <a:ext cx="91440" cy="1554480"/>
          </a:xfrm>
          <a:prstGeom prst="rect">
            <a:avLst/>
          </a:prstGeom>
          <a:solidFill>
            <a:srgbClr val="6E3A1C"/>
          </a:solidFill>
          <a:ln/>
        </p:spPr>
      </p:sp>
      <p:sp>
        <p:nvSpPr>
          <p:cNvPr id="17" name="Text 14"/>
          <p:cNvSpPr/>
          <p:nvPr/>
        </p:nvSpPr>
        <p:spPr>
          <a:xfrm>
            <a:off x="7479792" y="38039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🗣 멘트(대사)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79792" y="4114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"전부가 아니라 변화만 보고합니다. 폐기가 는 품목, 불량이 튄 라인까지. 원인을 단정하지 않고 함께 나타났다고만 말하며, 모든 숫자에 출처가 붙습니다. 아침 회의가 이 한 장으로 끝납니다."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269480" y="539496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69480" y="5394960"/>
            <a:ext cx="91440" cy="932688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1" name="Text 18"/>
          <p:cNvSpPr/>
          <p:nvPr/>
        </p:nvSpPr>
        <p:spPr>
          <a:xfrm>
            <a:off x="7479792" y="54681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핵심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479792" y="57790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변화만 · 원인 단정 금지 · 근거 강제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→ 승인함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demo_in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2636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64592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9480" y="1645920"/>
            <a:ext cx="91440" cy="932688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9" name="Text 6"/>
          <p:cNvSpPr/>
          <p:nvPr/>
        </p:nvSpPr>
        <p:spPr>
          <a:xfrm>
            <a:off x="7479792" y="1719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클릭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79792" y="20299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'판단' 탭 → '승인함'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2688336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2688336"/>
            <a:ext cx="91440" cy="93268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3" name="Text 10"/>
          <p:cNvSpPr/>
          <p:nvPr/>
        </p:nvSpPr>
        <p:spPr>
          <a:xfrm>
            <a:off x="7479792" y="27614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 화면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79792" y="307238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에이전트 5종이 만든 판단 카드 11건 — 수치+구간+근거+대안이 한 장에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3730752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3730752"/>
            <a:ext cx="91440" cy="1554480"/>
          </a:xfrm>
          <a:prstGeom prst="rect">
            <a:avLst/>
          </a:prstGeom>
          <a:solidFill>
            <a:srgbClr val="6E3A1C"/>
          </a:solidFill>
          <a:ln/>
        </p:spPr>
      </p:sp>
      <p:sp>
        <p:nvSpPr>
          <p:cNvPr id="17" name="Text 14"/>
          <p:cNvSpPr/>
          <p:nvPr/>
        </p:nvSpPr>
        <p:spPr>
          <a:xfrm>
            <a:off x="7479792" y="38039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🗣 멘트(대사)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79792" y="4114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"핵심 화면입니다. 내일 무엇을 몇 개 만들지, 어디에 며칠치를 발주할지. 카드마다 제안 수치와 예측 구간, 왜 그런지의 근거, 그리고 채택하지 않은 대안까지 담겨 있습니다."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269480" y="539496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69480" y="5394960"/>
            <a:ext cx="91440" cy="932688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1" name="Text 18"/>
          <p:cNvSpPr/>
          <p:nvPr/>
        </p:nvSpPr>
        <p:spPr>
          <a:xfrm>
            <a:off x="7479792" y="54681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핵심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479792" y="57790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제안은 AI · 결정은 사람 · 근거 인용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카드의 [왜?] — 근거 사다리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scn_wh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2636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64592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9480" y="1645920"/>
            <a:ext cx="91440" cy="932688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9" name="Text 6"/>
          <p:cNvSpPr/>
          <p:nvPr/>
        </p:nvSpPr>
        <p:spPr>
          <a:xfrm>
            <a:off x="7479792" y="1719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클릭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79792" y="20299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안의 근거 링크(예: Rule:RULE-0001) 클릭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2688336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2688336"/>
            <a:ext cx="91440" cy="93268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3" name="Text 10"/>
          <p:cNvSpPr/>
          <p:nvPr/>
        </p:nvSpPr>
        <p:spPr>
          <a:xfrm>
            <a:off x="7479792" y="27614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 화면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79792" y="307238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→ 4M 조합 → 사실 → 원장 기록번호까지 내려가는 근거 사다리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3730752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3730752"/>
            <a:ext cx="91440" cy="1554480"/>
          </a:xfrm>
          <a:prstGeom prst="rect">
            <a:avLst/>
          </a:prstGeom>
          <a:solidFill>
            <a:srgbClr val="6E3A1C"/>
          </a:solidFill>
          <a:ln/>
        </p:spPr>
      </p:sp>
      <p:sp>
        <p:nvSpPr>
          <p:cNvPr id="17" name="Text 14"/>
          <p:cNvSpPr/>
          <p:nvPr/>
        </p:nvSpPr>
        <p:spPr>
          <a:xfrm>
            <a:off x="7479792" y="38039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🗣 멘트(대사)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79792" y="4114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시스템의 다른 점은 '왜'에 답한다는 것입니다. 이 규칙이 어디서 왔는지, 조합과 사실을 지나 실제 원장 기록 번호까지 내려갑니다. 근거 없는 주장은 이 시스템에 존재할 수 없습니다."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269480" y="539496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69480" y="5394960"/>
            <a:ext cx="91440" cy="932688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1" name="Text 18"/>
          <p:cNvSpPr/>
          <p:nvPr/>
        </p:nvSpPr>
        <p:spPr>
          <a:xfrm>
            <a:off x="7479792" y="54681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핵심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479792" y="57790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원장까지 역추적 · 환각 원천 차단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→ 환류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demo_in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2636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64592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9480" y="1645920"/>
            <a:ext cx="91440" cy="932688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9" name="Text 6"/>
          <p:cNvSpPr/>
          <p:nvPr/>
        </p:nvSpPr>
        <p:spPr>
          <a:xfrm>
            <a:off x="7479792" y="1719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클릭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79792" y="20299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카드의 [승인 → 환류] 버튼 클릭 (반려 시 사유 선택)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2688336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2688336"/>
            <a:ext cx="91440" cy="93268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3" name="Text 10"/>
          <p:cNvSpPr/>
          <p:nvPr/>
        </p:nvSpPr>
        <p:spPr>
          <a:xfrm>
            <a:off x="7479792" y="27614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 화면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79792" y="307238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즉시 감사 로그·파라미터에 기록, 이전 값도 보존(토스트 안내)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3730752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3730752"/>
            <a:ext cx="91440" cy="1554480"/>
          </a:xfrm>
          <a:prstGeom prst="rect">
            <a:avLst/>
          </a:prstGeom>
          <a:solidFill>
            <a:srgbClr val="6E3A1C"/>
          </a:solidFill>
          <a:ln/>
        </p:spPr>
      </p:sp>
      <p:sp>
        <p:nvSpPr>
          <p:cNvPr id="17" name="Text 14"/>
          <p:cNvSpPr/>
          <p:nvPr/>
        </p:nvSpPr>
        <p:spPr>
          <a:xfrm>
            <a:off x="7479792" y="38039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🗣 멘트(대사)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79792" y="4114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"승인하는 순간 세 가지가 동시에 일어납니다. 누가 언제 무엇을 승인했는지 감사 로그에 남고, 시스템 값이 바뀌고, 이전 값도 보존됩니다. 반려하면 그 사유가 다음 학습의 재료가 됩니다."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269480" y="539496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69480" y="5394960"/>
            <a:ext cx="91440" cy="932688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1" name="Text 18"/>
          <p:cNvSpPr/>
          <p:nvPr/>
        </p:nvSpPr>
        <p:spPr>
          <a:xfrm>
            <a:off x="7479792" y="54681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핵심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479792" y="57790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결정 · 전 과정 기록 · 반려도 학습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→ 프로젝트·KPI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kpi_dash_ru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2636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64592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9480" y="1645920"/>
            <a:ext cx="91440" cy="932688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9" name="Text 6"/>
          <p:cNvSpPr/>
          <p:nvPr/>
        </p:nvSpPr>
        <p:spPr>
          <a:xfrm>
            <a:off x="7479792" y="1719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클릭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79792" y="20299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'성과' 탭 → '프로젝트·KPI'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2688336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2688336"/>
            <a:ext cx="91440" cy="93268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3" name="Text 10"/>
          <p:cNvSpPr/>
          <p:nvPr/>
        </p:nvSpPr>
        <p:spPr>
          <a:xfrm>
            <a:off x="7479792" y="27614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 화면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79792" y="307238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'AX 통합 성과 시연 1차' — 경영목표 달성도(생산성 22.5%/목표20 달성, 원가 미달)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3730752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3730752"/>
            <a:ext cx="91440" cy="1554480"/>
          </a:xfrm>
          <a:prstGeom prst="rect">
            <a:avLst/>
          </a:prstGeom>
          <a:solidFill>
            <a:srgbClr val="6E3A1C"/>
          </a:solidFill>
          <a:ln/>
        </p:spPr>
      </p:sp>
      <p:sp>
        <p:nvSpPr>
          <p:cNvPr id="17" name="Text 14"/>
          <p:cNvSpPr/>
          <p:nvPr/>
        </p:nvSpPr>
        <p:spPr>
          <a:xfrm>
            <a:off x="7479792" y="38039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🗣 멘트(대사)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79792" y="4114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"우리가 세운 목표가 얼마나 달성됐는지 숫자로 봅니다. 생산성은 목표를 넘어 달성, 원가 절감은 아직 미달이라 화면이 '다음 야간 배치에서 개선 카드가 제안됩니다'로 다음 행동을 안내합니다. 이것이 무한 개선 루프입니다."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269480" y="539496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69480" y="5394960"/>
            <a:ext cx="91440" cy="932688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1" name="Text 18"/>
          <p:cNvSpPr/>
          <p:nvPr/>
        </p:nvSpPr>
        <p:spPr>
          <a:xfrm>
            <a:off x="7479792" y="54681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핵심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479792" y="57790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성과를 숫자로 · 미달이면 개선 루프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— 자연어로 묻기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pic>
        <p:nvPicPr>
          <p:cNvPr id="6" name="Image 0" descr="/tmp/claude-0/-home-user-thirdbrain-web/bc639c69-a342-56eb-af6c-6a89fd170e25/scratchpad/scn_a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62636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64592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9480" y="1645920"/>
            <a:ext cx="91440" cy="932688"/>
          </a:xfrm>
          <a:prstGeom prst="rect">
            <a:avLst/>
          </a:prstGeom>
          <a:solidFill>
            <a:srgbClr val="C07F1E"/>
          </a:solidFill>
          <a:ln/>
        </p:spPr>
      </p:sp>
      <p:sp>
        <p:nvSpPr>
          <p:cNvPr id="9" name="Text 6"/>
          <p:cNvSpPr/>
          <p:nvPr/>
        </p:nvSpPr>
        <p:spPr>
          <a:xfrm>
            <a:off x="7479792" y="1719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클릭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79792" y="20299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'오늘' 화면 질문창 또는 '판단→질문'에 질문 입력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69480" y="2688336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2688336"/>
            <a:ext cx="91440" cy="932688"/>
          </a:xfrm>
          <a:prstGeom prst="rect">
            <a:avLst/>
          </a:prstGeom>
          <a:solidFill>
            <a:srgbClr val="0E8F86"/>
          </a:solidFill>
          <a:ln/>
        </p:spPr>
      </p:sp>
      <p:sp>
        <p:nvSpPr>
          <p:cNvPr id="13" name="Text 10"/>
          <p:cNvSpPr/>
          <p:nvPr/>
        </p:nvSpPr>
        <p:spPr>
          <a:xfrm>
            <a:off x="7479792" y="27614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 화면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79792" y="307238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'OVEN-2 불량이 왜 높아?' → 근거를 인용해 답변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3730752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FDF3E0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3730752"/>
            <a:ext cx="91440" cy="1554480"/>
          </a:xfrm>
          <a:prstGeom prst="rect">
            <a:avLst/>
          </a:prstGeom>
          <a:solidFill>
            <a:srgbClr val="6E3A1C"/>
          </a:solidFill>
          <a:ln/>
        </p:spPr>
      </p:sp>
      <p:sp>
        <p:nvSpPr>
          <p:cNvPr id="17" name="Text 14"/>
          <p:cNvSpPr/>
          <p:nvPr/>
        </p:nvSpPr>
        <p:spPr>
          <a:xfrm>
            <a:off x="7479792" y="38039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🗣 멘트(대사)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79792" y="41148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"궁금한 것을 그냥 말로 물으면 됩니다. 서술은 인공지능이 하지만, 수치는 반드시 그래프에서 가져오고, 모든 답변 문장에 근거가 인용됩니다. 근거 없는 대답은 나오지 않습니다."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269480" y="5394960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69480" y="5394960"/>
            <a:ext cx="91440" cy="932688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1" name="Text 18"/>
          <p:cNvSpPr/>
          <p:nvPr/>
        </p:nvSpPr>
        <p:spPr>
          <a:xfrm>
            <a:off x="7479792" y="54681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핵심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479792" y="57790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질문 · 수치 생성 금지 · 인용 강제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8 · 클로징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2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 마무리하세요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3A2A1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06324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"오늘 보신 것은 태성당 구조로 만든 데이터 위에서 완전히 동작하는 판단의 공장입니다.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제안은 AI가, 결정은 언제나 사람이 하고, 근거 없는 문장은 이 시스템이 만들지 못합니다. 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DE3D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실데이터 연결에 필요한 건 오두 접속과 24개월 판매 엑셀 두 가지, 12주 뒤 결품과 폐기가 함께 줄어드는 것을 숫자로 보여드리겠습니다. 감사합니다."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 샘플 고지: 거래 수치는 합성이며, 실데이터 연결 즉시 같은 화면이 실수치로 동작합니다.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A7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질문과 답변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105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합성 데이터인가요?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39696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네, 태성당 구조(초량 본점·별빛샌드·파이만쥬)로 만든 합성 샘플입니다. 실데이터 연결 즉시 같은 화면이 실수치로 돕니다.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70048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데이터로 하려면?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7238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Odoo 읽기전용 접속 + 24개월 판매 엑셀이면 시작. 형식은 지금 쓰시는 그대로, 표준화는 저희가 합니다. 12주 파일럿.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602736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758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틀리면 어떡하죠?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00507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결정은 언제나 사람이 합니다. 승인 안 하면 아무것도 안 바뀌고, 반려 사유는 다음 학습의 재료가 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535424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08576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지어내지 않나요?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서술만 합니다. 수치는 그래프·측정 엔진이 계산하고, 인용 없는 문장은 시스템이 차단합니다.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468112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541264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ERP와 뭐가 다른가요?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87044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8F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대시보드는 숫자를 보여주지만, 이건 '무엇을 할지'를 근거와 함께 제안하고 원장까지 추적됩니다.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7F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E3A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만약을 위한 대비 (화면이 안 뜰 때)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91440" cy="859536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105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화면이 안 열림 / 로그인 실패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139696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서버1에서: sudo systemctl restart axp-web axp-scheduler → 30초 후 재접속. curl -s http://127.0.0.1:8900/health 가 {"ok":true}인지.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70048"/>
            <a:ext cx="91440" cy="859536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카드·KPI가 비어 있음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307238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시딩이 안 된 것. 서버1에서: sudo bash ax-platform/deploy/seed-demo.sh 다시 실행(약 2분).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602736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602736"/>
            <a:ext cx="91440" cy="859536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758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주소(app.odooaierp.com)가 안 됨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400507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서버1 로컬에서 http://127.0.0.1:8900 으로 시연. 또는 폰이 아닌 서버1 브라우저로.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535424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535424"/>
            <a:ext cx="91440" cy="859536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08576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답변이 느림/비어 있음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백엔드 이슈 — 결정적 조립기로 자동 폴백되므로 근거 인용 답은 나옴. 승인함·성과 화면 위주로 진행.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468112"/>
            <a:ext cx="112014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CD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468112"/>
            <a:ext cx="91440" cy="859536"/>
          </a:xfrm>
          <a:prstGeom prst="rect">
            <a:avLst/>
          </a:prstGeom>
          <a:solidFill>
            <a:srgbClr val="A84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41264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4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되돌리기(원상복구)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587044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E24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seed-demo.sh가 출력한 백업 파일로 복원: pg-backup-*.sql.gz / data-backup-*.tgz (명령은 스크립트 마지막 출력 참고).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41908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67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 플랫폼 데모 시나리오</dc:title>
  <dc:subject>PptxGenJS Presentation</dc:subject>
  <dc:creator>ASC</dc:creator>
  <cp:lastModifiedBy>ASC</cp:lastModifiedBy>
  <cp:revision>1</cp:revision>
  <dcterms:created xsi:type="dcterms:W3CDTF">2026-09-14T00:37:30Z</dcterms:created>
  <dcterms:modified xsi:type="dcterms:W3CDTF">2026-09-14T00:37:30Z</dcterms:modified>
</cp:coreProperties>
</file>