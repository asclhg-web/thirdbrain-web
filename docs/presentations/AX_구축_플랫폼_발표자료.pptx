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TAESUNGDANG × ASC — AI ERP PLATFORM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구축 플랫폼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있는 판단의 공장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모이고 · </a:t>
            </a:r>
            <a:pPr indent="0" marL="0">
              <a:buNone/>
            </a:pPr>
            <a:r>
              <a:rPr lang="en-US" sz="1900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근거와 함께 제안하고 · </a:t>
            </a:r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승인하면 · </a:t>
            </a:r>
            <a:pPr indent="0" marL="0">
              <a:buNone/>
            </a:pPr>
            <a:r>
              <a:rPr lang="en-US" sz="1900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기록합니다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서버1 실운영 · odooaierp.com 공개 · Claude Opus 서술 · 테스트 149 그린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9 · 에이에스씨(ASC)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AX인가 — 데이터는 있지만, 판단으로 이어지지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100584" cy="1874520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299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데이터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엑셀·POS·장부·Odoo — 자료는 넘치지만 한곳에 서지 않는다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28800"/>
            <a:ext cx="100584" cy="1874520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299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감(感)에 의존한 결정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발주·생산·재고를 경험과 직관으로 — 근거는 사후에 찾는다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977640"/>
            <a:ext cx="100584" cy="1874520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788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'대시보드'의 한계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숫자는 보이지만 '왜'와 '무엇을 할지'가 없다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17920" y="397764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977640"/>
            <a:ext cx="100584" cy="1874520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788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떠나면 남지 않는 지식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47548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담당자의 머릿속 노하우가 조직 자산으로 축적되지 않는다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구축 플랫폼 · 에이에스씨(ASC) · 2026.09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줄로 — 데이터에서 사람의 승인까지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286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6E3A1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엑셀·장부·Odoo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31272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 수집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67712" y="2697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04872" y="2286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6E3A1C"/>
          </a:solidFill>
          <a:ln/>
        </p:spPr>
      </p:sp>
      <p:sp>
        <p:nvSpPr>
          <p:cNvPr id="10" name="Text 8"/>
          <p:cNvSpPr/>
          <p:nvPr/>
        </p:nvSpPr>
        <p:spPr>
          <a:xfrm>
            <a:off x="2404872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데이터셋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04872" y="31272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9664" y="2697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06824" y="2286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6E3A1C"/>
          </a:solidFill>
          <a:ln/>
        </p:spPr>
      </p:sp>
      <p:sp>
        <p:nvSpPr>
          <p:cNvPr id="14" name="Text 12"/>
          <p:cNvSpPr/>
          <p:nvPr/>
        </p:nvSpPr>
        <p:spPr>
          <a:xfrm>
            <a:off x="4306824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분석·예측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06824" y="31272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M3·M4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71616" y="2697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2286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6E3A1C"/>
          </a:solidFill>
          <a:ln/>
        </p:spPr>
      </p:sp>
      <p:sp>
        <p:nvSpPr>
          <p:cNvPr id="18" name="Text 16"/>
          <p:cNvSpPr/>
          <p:nvPr/>
        </p:nvSpPr>
        <p:spPr>
          <a:xfrm>
            <a:off x="6208776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지식그래프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08776" y="31272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73568" y="2697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10728" y="2286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6E3A1C"/>
          </a:solidFill>
          <a:ln/>
        </p:spPr>
      </p:sp>
      <p:sp>
        <p:nvSpPr>
          <p:cNvPr id="22" name="Text 20"/>
          <p:cNvSpPr/>
          <p:nvPr/>
        </p:nvSpPr>
        <p:spPr>
          <a:xfrm>
            <a:off x="8110728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카드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10728" y="31272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M6·M7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0" y="2697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12680" y="22860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E8F86"/>
          </a:solidFill>
          <a:ln/>
        </p:spPr>
      </p:sp>
      <p:sp>
        <p:nvSpPr>
          <p:cNvPr id="26" name="Text 24"/>
          <p:cNvSpPr/>
          <p:nvPr/>
        </p:nvSpPr>
        <p:spPr>
          <a:xfrm>
            <a:off x="1001268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승인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012680" y="31272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3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206240"/>
            <a:ext cx="11201400" cy="91440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37083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제안은 AI가, </a:t>
            </a:r>
            <a:pPr indent="0" marL="0">
              <a:buNone/>
            </a:pPr>
            <a:r>
              <a:rPr lang="en-US" sz="16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결정은 언제나 사람이 </a:t>
            </a:r>
            <a:pPr indent="0" marL="0">
              <a:buNone/>
            </a:pPr>
            <a:r>
              <a:rPr lang="en-US" sz="16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승인 순간에만 시스템 값이 바뀌고, 전 과정이 감사 기록으로 남습니다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구축 플랫폼 · 에이에스씨(ASC) · 2026.09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구성 — M0~M7 + 프로젝트·KPI 센터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72694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모듈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구성요소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기반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SSO·백업·레지스트리·감사 대장·반출 게이트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수집·인제스트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Odoo CDC·엑셀 업로더·현장 장표·IoT 센서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 데이터셋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스키마 6계열·매핑·품질 게이트·특징량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분석 스튜디오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EDA 6종·층별·관리도·야간 마이닝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엔진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수요예측·이상탐지·모델 카드·RL 파일럿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지식그래프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4M 스키마·FACT 적재·확신도 루프·근거 API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LLM 판단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GraphRAG·판단 카드 생성·인용 강제·반출 폴백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에이전트·관제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런타임·승인함·5종 에이전트·War Room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코어(M1~M7·측정 엔진·보안)는 불변 — 화면 계층만 P8·P9로 재편했습니다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'예쁜 대시보드'가 아니라 '근거의 공장'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C07F1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240280"/>
            <a:ext cx="3566160" cy="411480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문장에 근거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화면의 모든 수치·주장에 [근거:] 출처가 붙습니다. 인용 없는 문장은 시스템이 차단합니다.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82880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0E8F8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2240280"/>
            <a:ext cx="3566160" cy="41148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21208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숫자를 못 만든다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292608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서술만 — 수치는 그래프·측정 엔진이 계산합니다. 환각으로 만든 숫자가 원천 차단됩니다.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092440" y="182880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82880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A84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8092440" y="2240280"/>
            <a:ext cx="3566160" cy="411480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0684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결정은 언제나 사람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292608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순간에만 값이 바뀝니다. 권한은 문서가 아니라 구조가 지키고, 전 과정이 감사로 남습니다.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구축 플랫폼 · 에이에스씨(ASC) · 2026.09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오늘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오늘 — 하루가 이 한 화면에서 시작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78181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p9shots/tod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75438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691640"/>
            <a:ext cx="3154680" cy="4572000"/>
          </a:xfrm>
          <a:prstGeom prst="roundRect">
            <a:avLst>
              <a:gd name="adj" fmla="val 2899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9202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홈 화면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82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5256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로그인하면 역할에 맞는 '오늘' 화면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7824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52560" y="3749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대기·확인할 이름·미달 KPI를 할 일 카드로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7824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52560" y="4617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무엇이든 물어보세요 — 상시 질문창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판단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승인함 — 오늘의 제안이 기다립니다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78181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p9shots/in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75438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691640"/>
            <a:ext cx="3154680" cy="4572000"/>
          </a:xfrm>
          <a:prstGeom prst="roundRect">
            <a:avLst>
              <a:gd name="adj" fmla="val 2899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9202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카드 승인함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82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5256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카드마다 수치 + 구간 + 근거 + 대안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7824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52560" y="3749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'왜?' 버튼으로 원장까지 근거 역추적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7824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52560" y="4617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→ 감사 로그·파라미터 즉시 기록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성과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프로젝트·KPI — 무한 개선 루프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78181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p9shots/kp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75438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691640"/>
            <a:ext cx="3154680" cy="4572000"/>
          </a:xfrm>
          <a:prstGeom prst="roundRect">
            <a:avLst>
              <a:gd name="adj" fmla="val 2899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9202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대시보드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82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5256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프로젝트별 KPI 목표·기준선·측정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7824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52560" y="3749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배치 자동 측정 + [지금 측정]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7824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52560" y="4617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전은 정직하게 '측정 전' 표기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질문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질문 — 근거를 인용해 답합니다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78181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p9shots/a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75438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691640"/>
            <a:ext cx="3154680" cy="4572000"/>
          </a:xfrm>
          <a:prstGeom prst="roundRect">
            <a:avLst>
              <a:gd name="adj" fmla="val 2899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9202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질문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82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5256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'왜 폐기율이 올랐어?' 자연어로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7824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52560" y="3749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Opus가 서술, 수치는 그래프에서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7824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52560" y="4617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답변 문장에 [근거:] 인용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·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자료 반입 — 형식 그대로 올리면 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78181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p9shots/up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75438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691640"/>
            <a:ext cx="3154680" cy="4572000"/>
          </a:xfrm>
          <a:prstGeom prst="roundRect">
            <a:avLst>
              <a:gd name="adj" fmla="val 2899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0" y="19202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 파이프라인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82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05256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엑셀·POS 파일 드래그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7824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52560" y="3749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①업로드→②매핑→③확인할 이름→④반영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78240" y="4617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52560" y="4617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보는 양식도 화면에서 매핑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여정 — 데모에서 실운영까지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7086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이중 DB·CI·웹앱 v1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PostgreSQL 이중 백엔드·승인함·GPU Ollama 백엔드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 Odoo 결선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 인스턴스·CDC 검증·부하 시험·SLA 초안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공개 서비스화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체험 테넌트·업로드 UI·Cloudflare Tunnel·랜딩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공개 전 보안·정합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세션·CSRF·야간 정합 배치·2차 범위 실증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유료 준비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과금·자동 발급(기본 꺼짐)·저장 쿼터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프로젝트·KPI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측정 엔진·대시보드·개선 루프 에이전트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P8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재구성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14개 평면 메뉴 → 4허브·역할별 홈·용어 정리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F1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P9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시각 디자인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벤치마킹 기반 디자인 토큰·그림자·그라디언트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단계는 [구현 → 양쪽 DB 테스트 → 커밋]으로 완결 — 실사용에서 나온 문제는 P#-I 번호로 기록·수정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벤치마킹 — 흡수한 강점, 지킨 원칙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166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제품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강점(흡수)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AX의 차이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3A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Odoo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통합 ERP·승인 워크플로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승인함을 카드로 — 수치·구간·근거·대안 한 장에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더존 ERP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회계·세무 친화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판단까지 — '무엇을 할지'를 근거와 함께 제안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삼성SDS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대규모 AI·MLOps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중소 제조에 맞춘 경량·2서버 협업 구성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Palantir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온톨로지·근거 추적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지식그래프 4M + 원장까지 내려가는 근거 사다리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E3A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Power BI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241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KPI 카드·자연어 질문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8F8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 생성 금지·인용 강제로 환각 원천 차단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80644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8978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 한 줄: </a:t>
            </a:r>
            <a:pPr indent="0" marL="0">
              <a:buNone/>
            </a:pPr>
            <a:r>
              <a:rPr lang="en-US" sz="13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성공한 제품의 화면 문법을 흡수하되, '근거 강제·수치 생성 금지·사람 결정'을 코어로 지켰다.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지금, 살아있는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서버1 24시간 가동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PC WSL2 — 로그인·화면·측정 실동작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odooaierp.com 공개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Cloudflare Tunnel — 폰으로 접속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19659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50808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Opus 서술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Ollama → Claude 전환, 인용 강제 유지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복제 소크 52사이클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CDC 정합 무결(all_ok) 지속 관찰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149 그린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PG 149 · SQLite 144+5skip 회귀 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2440" y="3931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3A2A1B"/>
          </a:solidFill>
          <a:ln w="12700">
            <a:solidFill>
              <a:srgbClr val="5540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50808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시나리오 통과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66760" y="4754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M1→M7 완주·G4 6/6·웹 워크스루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것은 규모(데이터·고객)의 문제이지, 구축의 문제가 아닙니다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P9 ·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쉽고, 더 아름답게 — P8·P9 개선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정보구조와 시각을 함께 손봤습니다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57400"/>
            <a:ext cx="91440" cy="74980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30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 평면 메뉴 → 4허브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441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오늘·데이터·판단·성과 + 관리 — 길을 잃지 않습니다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16936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916936"/>
            <a:ext cx="91440" cy="74980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90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홈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330098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관리자·스튜어드·승인자·뷰어가 각자의 첫 화면으로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76472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76472"/>
            <a:ext cx="91440" cy="74980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96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중심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카드 1클릭 이동 — 무엇을 할지 화면이 안내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636008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636008"/>
            <a:ext cx="91440" cy="74980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토큰·그림자·그라디언트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" y="50200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따뜻한 색·부드러운 카드·명료한 버튼 (P9)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495544"/>
            <a:ext cx="7589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495544"/>
            <a:ext cx="91440" cy="74980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5686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최적화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5879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640px 이하 탭 타깃·표 스크롤 — 폰 승인 실사용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503920" y="1828800"/>
            <a:ext cx="3200400" cy="4434840"/>
          </a:xfrm>
          <a:prstGeom prst="roundRect">
            <a:avLst>
              <a:gd name="adj" fmla="val 3429"/>
            </a:avLst>
          </a:prstGeom>
          <a:solidFill>
            <a:srgbClr val="2B1D12"/>
          </a:solidFill>
          <a:ln/>
        </p:spPr>
      </p:sp>
      <p:pic>
        <p:nvPicPr>
          <p:cNvPr id="27" name="Image 0" descr="/tmp/claude-0/-home-user-thirdbrain-web/bc639c69-a342-56eb-af6c-6a89fd170e25/scratchpad/p9shots/today_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2011680"/>
            <a:ext cx="2743200" cy="40690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503920" y="6263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'오늘'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— 실데이터가 들어오면, 판단이 나갑니다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C07F1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 실데이터 온보딩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Odoo 읽기 전용 접속 + 24개월 판매 엑셀 — 형식 그대로, 정리는 저희 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953512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53512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0E8F8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9067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 파일럿 12주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파이만쥬 수요예측·발주 완주 — 결품과 폐기를 함께 줄입니다(숫자로 증명)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032504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4032504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9C5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966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 유료 단계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4169664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과금·자동 발급 스위치 on · 겸용 → 전용 장비 분리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111496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5111496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6E3A1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4865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 자산 이관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5248656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산출물은 고객 자산 — 반출 통제·반환 검수까지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구축 플랫폼 · 에이에스씨(ASC) · 2026.09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문서에 있으면 사람이 지켜야 하지만,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플랫폼이 되면 구조가 지킵니다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구축 플랫폼은 '만들었다'를 넘어, 대표 장비에서 실제로 운영되고, 전 세계에 공개되고, 실데이터로 KPI를 측정하는 단계에 도달했습니다.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에이에스씨(ASC) · odooaierp.com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에이에스씨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구축 플랫폼 발표자료</dc:title>
  <dc:subject>PptxGenJS Presentation</dc:subject>
  <dc:creator>ASC</dc:creator>
  <cp:lastModifiedBy>ASC</cp:lastModifiedBy>
  <cp:revision>1</cp:revision>
  <dcterms:created xsi:type="dcterms:W3CDTF">2026-09-13T07:28:32Z</dcterms:created>
  <dcterms:modified xsi:type="dcterms:W3CDTF">2026-09-13T07:28:32Z</dcterms:modified>
</cp:coreProperties>
</file>