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PLATFORM — STANDARD OPERATIONS MANUAL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운영매뉴얼 v2.0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모듈별 화면구성 · 운영 절차 · 장애 대응 · 백업 — 중소기업 현장 기준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566160"/>
            <a:ext cx="27432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v2.0 갱신: </a:t>
            </a:r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4단계까지 추가된 6개 화면(자료 반입·온보딩 설정·계정 관리·배치 실행·Odoo 연결·서비스 상태)과 하드웨어/소프트웨어 구성도, 표준 운영 일과를 반영했습니다. 화면은 전부 실제 구동 캡처이며 수치는 합성 샘플입니다.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에이에스씨(ASC) · 이형근 · v2.0 · 2026. 9. 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규정 — 목적·적용 범위·역할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341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AX 플랫폼을 일상 운영하는 담당자가 화면 단위로 무엇을·언제·어떻게 하는지 정의한다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웹앱 16화면 · Odoo 승인함 애드온 · 배치/백업/장애 대응 — 체험판·정식 운영 공통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이력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 2026-09 최초(11화면) → v2.0 2026-09-11 4단계 반영(화면 16종·구성도·운영 일과·장애 등급)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주체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에이에스씨(ASC) — 원본은 git 저장소 docs/presentations/, 개정 시 커밋 이력으로 추적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7764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74573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권한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업무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(admin)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기능 + 계정·배치·Odoo 연결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관리 · 배치 실행 · Odoo 연결 · 온보딩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스튜어드 (steward)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반입·격리 확정·온보딩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반입 · 격리 큐 · 온보딩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승인자 (approver)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카드 승인/반려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· 브리핑 · 자동실행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 (viewer)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전용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· 질문 · War Room · 감사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구성도 · 소프트웨어 구성도 (4~5쪽)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접속·로그인·보안 정책 (6쪽)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992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운영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 · 자료 반입 · 격리 큐 · 브리핑 · 질문 (7~11쪽)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6850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분석·감시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· War Room · 감사 로그 · 자동실행 · 자산 대장 (12~16쪽)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2976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708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설정 · 계정 관리 · 배치 실행 · Odoo 연결 · 서비스 상태 (17~21쪽)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0566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 일과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일·주·월 체크리스트 (22쪽)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6692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7424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대응·백업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대응 · 백업/복구 · 저장소 상태 (23~24쪽)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SYSTEM — HARDWARE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구성도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iagram_h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84280" cy="4709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199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인터넷에서 서버로 직접 들어오는 경로가 없습니다 — Cloudflare Tunnel(아웃바운드)만으로 공개되고, GPU·Odoo 연계는 사설망 전용입니다.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SYSTEM — SOFTWARE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구성도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iagram_s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84280" cy="4709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199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파이프라인은 위에서 아래로 흐르고, 모든 단계는 테스트 81종(SQLite·PostgreSQL 양쪽)과 회귀 30선으로 방어됩니다.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COMMON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접속·로그인 — 보안 정책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주소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사내: http://&lt;앱서버&gt;:8900 · 공개: try/app.odooaierp.com (Tunnel 결선 후). 계정은 관리자가 발급한 봉투(임시 비밀번호)로 첫 로그인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로그인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비밀번호 상태에서는 변경 화면 외에 아무 화면도 열리지 않습니다(강제 변경). 분실 시 관리자 재발급 — 재발급 즉시 이전 로그인은 전부 끊깁니다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잠금·세션 정책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 연속 오류 → 15분 잠금(관리자 즉시 해제 가능) · 로그인 유지 12시간 후 자동 재로그인 · 비밀번호 변경 시 모든 기기에서 재로그인 필요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체험판 표시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테넌트는 모든 화면 상단에 '체험판 · 합성 데이터' 배지 상시 표시 — 실데이터와 혼동 방지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승인자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 — 판단 카드 검토·승인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10분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카드를 위에서부터: 제안·구간(P10~P90)·근거 인용을 읽고 승인 또는 반려. 결정은 언제나 사람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→ 환류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 파라미터가 기록되고 발주류 카드는 Odoo 구매발주 '초안'(PO/AXP/*)까지 자동 — 확정은 Odoo 화면에서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반려는 사유와 함께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사유(수치 의문·현장 사정 등)는 재학습 재료가 됩니다 — '기타'보다 구체 사유 권장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확인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〔근거〕 표기를 눌러 근거 사다리(데이터→규칙→모델)를 확인 — 근거 없는 문장은 시스템이 생성 자체를 차단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반입 — 엑셀·POS 업로드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upload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선택 후 업로드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엑셀(판매집계·행사·단가) / POS 일별 정산 / POS 영수증 로그 — CSV(cp949)·엑셀, 최대 20MB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반입 미리보기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직후 기간·매장·상품·수량 합계를 바로 확인 — 이상하면 원본을 확인하고 다시 올리면 됩니다(같은 파일은 중복 반입 차단)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자동 차단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연락처·주소 등 개인정보 의심 컬럼은 반입 시점에 자동 제거 — 값은 어디에도 저장되지 않음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집계 경고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판매와 겹치는 날짜·매장이면 경고 표시 — 판매 정본(Odoo냐 POS냐)은 온보딩 때 정한 원칙대로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 — 미확인 코드 확정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quarant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 처리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표기(신제품·오타·새 매장)가 격리되면 표준 코드를 지정해 확정 — 확정 즉시 다음 배치부터 자동 매핑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실수해도 안전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오확정은 '확정 취소(undo)'로 되돌림 — 이력은 감사 로그에 남습니다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미매핑률 목표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이하 유지 — 넘으면 온보딩 설정의 별칭 사전을 보강하세요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브리핑 — 어제와 오늘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brief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후 5분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실적·이상 신호·오늘의 판단 카드 요약을 한 페이지로 — 회의 전 공통 화면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 근거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브리핑의 문장도 근거 인용이 강제됩니다 — 눌러서 원천 데이터까지 추적 가능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 시점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배치(새벽) 기준 — 방금 올린 자료를 바로 보려면 관리자에게 '배치 실행' 요청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— '왜?'에 끝까지 답합니다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ask_answ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질문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'OVEN-2 불량의 원인은?' · 'P-PIE 수요 이력' · '습도 규칙' — 설비/제품 코드를 포함하면 정확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없는 답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답변은 그래프 검색 결과에서만 조립되고 전 문장 〔근거〕 표기 — 모르는 것은 모른다고 답합니다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서버 연동 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더 자연스러워지며, GPU 불통이면 자동으로 기본 조립기로 폴백(기능 저하 없음)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— 승격된 운영 지식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지식의 승격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마이닝이 찾은 패턴이 확신도 70%×3회를 넘으면 규칙으로 승격 — 카드의 '참고 규칙'으로 인용됩니다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반증도 자동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데이터가 반박하면 자동 강등 — 지식이 낡은 채 방치되지 않습니다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'왜?' 추적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규칙의 근거 경로(어느 데이터·어느 기간)를 화면에서 바로 확인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— 관제 현황판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점검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퍼널(후보→승격→반증)·거짓 경보율·에이전트 활동을 한 화면에서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화면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운영 회의는 이 화면을 띄우고 시작 — 숫자가 아니라 추세를 봅니다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관리자/열람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— 누가 무엇을 언제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결정 기록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승인·반려·확정·설정 변경·계정 발급까지 전부 남습니다 — 지울 수 없는 원장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대비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 이 발주가 나갔나'는 카드 번호로 검색 — 제안 근거와 승인자·시각이 한 줄로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승인자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자동실행 — 상한과 회수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promo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기반 자동화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승인된 유형은 금액 상한 내 자동실행으로 승급 가능 — 상한·승인율 기준은 화면에서 관리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회수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성과가 흔들리면 즉시 수동 승인으로 강등 — 자동화는 특권이지 기본값이 아닙니다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대장 — 데이터 자산 관리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as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있는지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원천·데이터셋·모델·규칙·보고서가 등록된 자산 대장 — 소유자·갱신 주기 포함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대비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실사·인증 때 '데이터 관리 체계' 증빙으로 그대로 제출 가능한 형식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설정 — 우리 회사 말로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1회 + 수시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회사명·매장·품목·코드 별칭을 화면에서 편집 — 저장 즉시 전 화면과 코드 사전에 반영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매장: 코드=이름=채널 · 품목: 코드=이름 · 별칭: 영역,현장표기,표준코드 — 틀린 줄은 몇 행이 왜 틀렸는지 알려줍니다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큐와 연동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표기를 별칭으로 미리 넣으면 격리 큐에 걸리지 않고 자동 매핑됩니다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관리 — 발급은 봉투처럼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추가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아이디·역할·표시 이름 입력 → 임시 비밀번호가 화면에 딱 한 번 표시 — 안전하게 전달하고 화면을 닫으세요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재발급·잠금 해제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분실 시 재발급(기존 비밀번호 즉시 무효, 첫 로그인 변경 강제) · 5회 오류 잠금은 여기서 즉시 해제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신청 처리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신청 메일 확인 → 여기서 계정 생성 → 임시 비밀번호를 회신 (승인제)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실행 — 기다리지 않는 반영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올리고 바로 브리핑에 반영하고 싶을 때 — 야간 배치를 기다리지 않고 버튼 한 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장치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실행은 자동 차단되고, 실행 이력에 상태(실행 중/완료/실패)와 실패 단계가 남습니다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분(데이터량에 따라) — 완료는 이력 새로고침으로 확인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연결 마법사 — 붙기 전 검사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검사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DB 접속 정보로 버전·설치 모듈·wal_level·복제 권한·대상 테이블 13종을 검사 — 원장에 쓰기 없음, 비밀번호 미저장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SQL 생성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인스턴스에 존재하는 테이블만으로 발행(publication) SQL을 만들어 줌 — DBA가 복사·실행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생성→매핑 뷰→정합 대조는 현장 체크리스트 C 절차대로 (엔지니어 동행 권장)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 — 밖에서 보는 건강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2/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페이지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 는 로그인 없이 접근 — 웹앱·DB·야간 파이프라인 신호만 노출(데이터·계정 정보 없음)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감시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하트비트가 5분마다 검사 — 연속 2회 실패 시 관리자 휴대폰으로 다운 경보, 복구 시 복구 알림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ROUTINE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 일과 — 일·주·월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5760720"/>
                <a:gridCol w="2368296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아침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확인(5분) → 승인자: 대기 카드 처리(10분) → 스튜어드: 격리 큐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브리핑·승인함·격리 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수시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판매·정산 파일 도착 시 자료 반입 → 미리보기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반입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 추세 점검 · 규칙 승격/강등 확인 · 계정 상태 점검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Room·규칙·계정 관리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백업 복구 리허설 1회 · SLO 달성률 확인 · 재학습 결과(WAPE 추이)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상태·감사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자동(무인)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배치(새벽) · 주간 재학습(월요일) · 하트비트(5분) · 체험 0시 리셋 · 업로드 24h 파기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사람의 일과는 하루 15~20분 — 나머지는 시스템이 돌고, 사람은 판단만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INCIDENT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— 등급과 첫 조치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4754880"/>
                <a:gridCol w="2276856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첫 조치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시간(SLA)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웹앱 접속 불가·승인/환류 전면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 경보 수신 확인 → 서버에서 systemctl status axp-web → 재시작 후에도 불가면 ASC 직통 연락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30분 · 복구 4h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브리핑/카드 미생성 · CDC 지연 1h+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실행 화면에서 실패 단계 확인 → 재실행 → 반복 실패면 ASC 연락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2h · 당일 복구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화면 오류·특정 카드 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로그·카드 번호 캡처해 ASC 전달 — 다른 업무는 정상 진행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응답 · 3영업일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요청·사용법 질문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접수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익영업일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57784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먼저 압니다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P1·P2는 대부분 하트비트·경보가 사람보다 먼저 감지해 알립니다. 경보 채널(텔레그램)을 꼭 켜 두세요. GPU 서버 불통은 장애가 아닙니다(자동 폴백— 서술 품질만 기본형으로).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BACKUP &amp; REPOSITORY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백업·복구와 저장소 상태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37176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방법·주기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DB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pg_dump --no-subscriptions 일 1회, 7세대 로테이션 (crontab.example)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리허설 실측 — 복원 6초·건수 일치. 구독 포함 덤프의 이중 복제 사고를 실물로 확인해 표준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루트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파일은 raw/에 불변 보존(체험 업로드만 24h 파기)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반입 원본·매핑·감사 이력 전부 재처리(backfill)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코드·문서·매뉴얼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원격 저장소가 원본 — 모든 변경은 커밋·푸시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 claude/odoo-ai-erp-presentation-ymviq8 · 커밋 137+건 전부 푸시 · 미커밋 변경 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보고서·산출물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docs/presentations/ (제안서·레포트·매뉴얼·영상)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매뉴얼 포함 전 산출물 git 보존 — 컨테이너/PC가 사라져도 복원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3줄 요약: </a:t>
            </a:r>
            <a:pPr indent="0" marL="0">
              <a:buNone/>
            </a:pPr>
            <a:r>
              <a:rPr lang="en-US" sz="13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새 서버에 git clone + install-app-server.sh ② 최신 덤프 복원(psql -f) ③ systemctl start — RTO 목표 1시간, 리허설 기준 실제 수 분.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2026-09-11T22:33:13Z</dcterms:created>
  <dcterms:modified xsi:type="dcterms:W3CDTF">2026-09-11T22:33:13Z</dcterms:modified>
</cp:coreProperties>
</file>