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10"/>
    <p:sldId id="261" r:id="rId11"/>
    <p:sldId id="262" r:id="rId12"/>
    <p:sldId id="263" r:id="rId9"/>
  </p:sldIdLst>
  <p:sldSz cx="9907588" cy="6858000"/>
  <p:notesSz cx="6804025" cy="9939338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8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"/>
          <p:cNvSpPr/>
          <p:nvPr/>
        </p:nvSpPr>
        <p:spPr>
          <a:xfrm>
            <a:off x="0" y="0"/>
            <a:ext cx="6804000" cy="9939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가는각진제목체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hdr"/>
          </p:nvPr>
        </p:nvSpPr>
        <p:spPr>
          <a:xfrm>
            <a:off x="-360" y="-360"/>
            <a:ext cx="2949480" cy="49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dt" idx="3"/>
          </p:nvPr>
        </p:nvSpPr>
        <p:spPr>
          <a:xfrm>
            <a:off x="3854160" y="-360"/>
            <a:ext cx="2949480" cy="49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Img"/>
          </p:nvPr>
        </p:nvSpPr>
        <p:spPr>
          <a:xfrm>
            <a:off x="712440" y="745920"/>
            <a:ext cx="5380200" cy="372420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2160" rIns="92160" tIns="46080" bIns="46080" anchor="t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굴림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굴림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body"/>
          </p:nvPr>
        </p:nvSpPr>
        <p:spPr>
          <a:xfrm>
            <a:off x="679320" y="4721400"/>
            <a:ext cx="5446800" cy="447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굴림"/>
              </a:rPr>
              <a:t>Click to edit the notes format</a:t>
            </a:r>
            <a:endParaRPr b="0" lang="en-US" sz="1200" spc="-1" strike="noStrike">
              <a:solidFill>
                <a:srgbClr val="000000"/>
              </a:solidFill>
              <a:latin typeface="굴림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4"/>
          </p:nvPr>
        </p:nvSpPr>
        <p:spPr>
          <a:xfrm>
            <a:off x="-360" y="9438840"/>
            <a:ext cx="2949480" cy="49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5"/>
          </p:nvPr>
        </p:nvSpPr>
        <p:spPr>
          <a:xfrm>
            <a:off x="3854160" y="9438840"/>
            <a:ext cx="2949480" cy="498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300" spc="-1" strike="noStrike">
                <a:solidFill>
                  <a:srgbClr val="000000"/>
                </a:solidFill>
                <a:latin typeface="굴림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4A78475-0D7D-4260-B5EE-019E083C2829}" type="slidenum">
              <a:rPr b="0" lang="en-US" sz="1300" spc="-1" strike="noStrike">
                <a:solidFill>
                  <a:srgbClr val="000000"/>
                </a:solidFill>
                <a:latin typeface="굴림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712800" y="746280"/>
            <a:ext cx="5380200" cy="372420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79320" y="4721400"/>
            <a:ext cx="5446800" cy="447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Bef>
                <a:spcPts val="451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ko-KR" sz="1200" spc="-1" strike="noStrike">
              <a:solidFill>
                <a:srgbClr val="000000"/>
              </a:solidFill>
              <a:latin typeface="굴림"/>
            </a:endParaRPr>
          </a:p>
        </p:txBody>
      </p:sp>
      <p:sp>
        <p:nvSpPr>
          <p:cNvPr id="191" name="슬라이드 번호 개체 틀 3"/>
          <p:cNvSpPr/>
          <p:nvPr/>
        </p:nvSpPr>
        <p:spPr>
          <a:xfrm>
            <a:off x="3849840" y="9428040"/>
            <a:ext cx="2946240" cy="49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b">
            <a:noAutofit/>
          </a:bodyPr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DDF1D28-88AA-4848-B289-15E474709D51}" type="slidenum">
              <a:rPr b="0" lang="ko-KR" sz="12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가는각진제목체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34BCC38-4E92-449A-8C13-23B682766950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C1AF97C-8227-4BA4-A5BF-DDC923BACD13}" type="slidenum">
              <a:t>&lt;#&gt;</a:t>
            </a:fld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sldNum" idx="1"/>
          </p:nvPr>
        </p:nvSpPr>
        <p:spPr>
          <a:xfrm>
            <a:off x="3800520" y="6524280"/>
            <a:ext cx="2311200" cy="260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1" lang="en-US" sz="2400" spc="-1" strike="noStrike">
                <a:solidFill>
                  <a:srgbClr val="000000"/>
                </a:solidFill>
                <a:latin typeface="Times New Roman"/>
                <a:ea typeface="HY헤드라인M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A8CCEA7-4C3A-4701-8E07-FACF80409F3C}" type="slidenum">
              <a:rPr b="1" lang="en-US" sz="2400" spc="-1" strike="noStrike">
                <a:solidFill>
                  <a:srgbClr val="000000"/>
                </a:solidFill>
                <a:latin typeface="Times New Roman"/>
                <a:ea typeface="HY헤드라인M"/>
              </a:rPr>
              <a:t>&lt;number&gt;</a:t>
            </a:fld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" name="그림 2" descr=""/>
          <p:cNvPicPr/>
          <p:nvPr/>
        </p:nvPicPr>
        <p:blipFill>
          <a:blip r:embed="rId2"/>
          <a:stretch/>
        </p:blipFill>
        <p:spPr>
          <a:xfrm>
            <a:off x="7832880" y="0"/>
            <a:ext cx="2016000" cy="76500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>
          <a:xfrm>
            <a:off x="3800520" y="6524280"/>
            <a:ext cx="2311200" cy="260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1" lang="en-US" sz="2400" spc="-1" strike="noStrike">
                <a:solidFill>
                  <a:srgbClr val="000000"/>
                </a:solidFill>
                <a:latin typeface="Times New Roman"/>
                <a:ea typeface="HY헤드라인M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42647A3-EC00-4B8D-BB5F-D354A8A152B8}" type="slidenum">
              <a:rPr b="1" lang="en-US" sz="2400" spc="-1" strike="noStrike">
                <a:solidFill>
                  <a:srgbClr val="000000"/>
                </a:solidFill>
                <a:latin typeface="Times New Roman"/>
                <a:ea typeface="HY헤드라인M"/>
              </a:rPr>
              <a:t>&lt;number&gt;</a:t>
            </a:fld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3.png"/><Relationship Id="rId13" Type="http://schemas.openxmlformats.org/officeDocument/2006/relationships/image" Target="../media/image15.png"/><Relationship Id="rId14" Type="http://schemas.openxmlformats.org/officeDocument/2006/relationships/image" Target="../media/image16.png"/><Relationship Id="rId15" Type="http://schemas.openxmlformats.org/officeDocument/2006/relationships/image" Target="../media/image17.png"/><Relationship Id="rId16" Type="http://schemas.openxmlformats.org/officeDocument/2006/relationships/image" Target="../media/image18.png"/><Relationship Id="rId17" Type="http://schemas.openxmlformats.org/officeDocument/2006/relationships/image" Target="../media/image19.png"/><Relationship Id="rId18" Type="http://schemas.openxmlformats.org/officeDocument/2006/relationships/image" Target="../media/image20.png"/><Relationship Id="rId19" Type="http://schemas.openxmlformats.org/officeDocument/2006/relationships/image" Target="../media/image21.png"/><Relationship Id="rId20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7"/>
          <p:cNvSpPr/>
          <p:nvPr/>
        </p:nvSpPr>
        <p:spPr>
          <a:xfrm>
            <a:off x="15840" y="1916280"/>
            <a:ext cx="9906120" cy="157140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800" spc="-1" strike="noStrike">
                <a:solidFill>
                  <a:srgbClr val="ffc000"/>
                </a:solidFill>
                <a:latin typeface="HY견고딕"/>
                <a:ea typeface="HY견고딕"/>
              </a:rPr>
              <a:t>AI ERP </a:t>
            </a:r>
            <a:r>
              <a:rPr b="1" lang="ko-KR" sz="4800" spc="-1" strike="noStrike">
                <a:solidFill>
                  <a:srgbClr val="2d2db9"/>
                </a:solidFill>
                <a:latin typeface="HY견고딕"/>
                <a:ea typeface="HY견고딕"/>
              </a:rPr>
              <a:t>혁명</a:t>
            </a:r>
            <a:endParaRPr b="0" lang="en-US" sz="4800" spc="-1" strike="noStrike">
              <a:solidFill>
                <a:srgbClr val="000000"/>
              </a:solidFill>
              <a:latin typeface="가는각진제목체"/>
            </a:endParaRPr>
          </a:p>
        </p:txBody>
      </p:sp>
      <p:pic>
        <p:nvPicPr>
          <p:cNvPr id="11" name="Picture 30" descr="그림3 copy copy"/>
          <p:cNvPicPr/>
          <p:nvPr/>
        </p:nvPicPr>
        <p:blipFill>
          <a:blip r:embed="rId1"/>
          <a:srcRect l="33034" t="91950" r="0" b="738"/>
          <a:stretch/>
        </p:blipFill>
        <p:spPr>
          <a:xfrm>
            <a:off x="0" y="6518160"/>
            <a:ext cx="9906120" cy="339840"/>
          </a:xfrm>
          <a:prstGeom prst="rect">
            <a:avLst/>
          </a:prstGeom>
          <a:ln w="0">
            <a:noFill/>
          </a:ln>
        </p:spPr>
      </p:pic>
      <p:sp>
        <p:nvSpPr>
          <p:cNvPr id="12" name="TextBox 1"/>
          <p:cNvSpPr/>
          <p:nvPr/>
        </p:nvSpPr>
        <p:spPr>
          <a:xfrm>
            <a:off x="2073240" y="1341360"/>
            <a:ext cx="439272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2400" spc="-1" strike="noStrike">
                <a:solidFill>
                  <a:srgbClr val="ff0000"/>
                </a:solidFill>
                <a:latin typeface="HY헤드라인M"/>
                <a:ea typeface="HY헤드라인M"/>
              </a:rPr>
              <a:t>Odoo</a:t>
            </a:r>
            <a:r>
              <a:rPr b="0" i="1" lang="ko-KR" sz="2400" spc="-1" strike="noStrike">
                <a:solidFill>
                  <a:srgbClr val="0070c0"/>
                </a:solidFill>
                <a:latin typeface="HY헤드라인M"/>
                <a:ea typeface="HY헤드라인M"/>
              </a:rPr>
              <a:t>를 중심으로</a:t>
            </a:r>
            <a:endParaRPr b="0" lang="en-US" sz="2400" spc="-1" strike="noStrike">
              <a:solidFill>
                <a:srgbClr val="000000"/>
              </a:solidFill>
              <a:latin typeface="가는각진제목체"/>
            </a:endParaRPr>
          </a:p>
        </p:txBody>
      </p:sp>
      <p:sp>
        <p:nvSpPr>
          <p:cNvPr id="13" name="TextBox 27"/>
          <p:cNvSpPr/>
          <p:nvPr/>
        </p:nvSpPr>
        <p:spPr>
          <a:xfrm>
            <a:off x="6793200" y="4292640"/>
            <a:ext cx="143028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ko-KR" sz="1200" spc="-1" strike="noStrike">
                <a:solidFill>
                  <a:srgbClr val="0070c0"/>
                </a:solidFill>
                <a:latin typeface="가는각진제목체"/>
              </a:rPr>
              <a:t>지능형 </a:t>
            </a:r>
            <a:r>
              <a:rPr b="1" lang="en-US" sz="1200" spc="-1" strike="noStrike">
                <a:solidFill>
                  <a:srgbClr val="0070c0"/>
                </a:solidFill>
                <a:latin typeface="가는각진제목체"/>
              </a:rPr>
              <a:t>AI</a:t>
            </a:r>
            <a:r>
              <a:rPr b="1" lang="ko-KR" sz="1200" spc="-1" strike="noStrike">
                <a:solidFill>
                  <a:srgbClr val="0070c0"/>
                </a:solidFill>
                <a:latin typeface="가는각진제목체"/>
              </a:rPr>
              <a:t> </a:t>
            </a:r>
            <a:r>
              <a:rPr b="1" lang="ko-KR" sz="1200" spc="-1" strike="noStrike">
                <a:solidFill>
                  <a:srgbClr val="0070c0"/>
                </a:solidFill>
                <a:latin typeface="가는각진제목체"/>
              </a:rPr>
              <a:t>솔루션</a:t>
            </a:r>
            <a:endParaRPr b="0" lang="en-US" sz="1200" spc="-1" strike="noStrike">
              <a:solidFill>
                <a:srgbClr val="000000"/>
              </a:solidFill>
              <a:latin typeface="가는각진제목체"/>
            </a:endParaRPr>
          </a:p>
        </p:txBody>
      </p:sp>
      <p:sp>
        <p:nvSpPr>
          <p:cNvPr id="14" name="TextBox 28"/>
          <p:cNvSpPr/>
          <p:nvPr/>
        </p:nvSpPr>
        <p:spPr>
          <a:xfrm>
            <a:off x="6834600" y="4781520"/>
            <a:ext cx="88956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70c0"/>
                </a:solidFill>
                <a:latin typeface="가는각진제목체"/>
              </a:rPr>
              <a:t>AI - MES</a:t>
            </a:r>
            <a:endParaRPr b="0" lang="en-US" sz="1200" spc="-1" strike="noStrike">
              <a:solidFill>
                <a:srgbClr val="000000"/>
              </a:solidFill>
              <a:latin typeface="가는각진제목체"/>
            </a:endParaRPr>
          </a:p>
        </p:txBody>
      </p:sp>
      <p:sp>
        <p:nvSpPr>
          <p:cNvPr id="15" name="TextBox 29"/>
          <p:cNvSpPr/>
          <p:nvPr/>
        </p:nvSpPr>
        <p:spPr>
          <a:xfrm>
            <a:off x="7948800" y="4775040"/>
            <a:ext cx="85752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70c0"/>
                </a:solidFill>
                <a:latin typeface="가는각진제목체"/>
              </a:rPr>
              <a:t>AI - ERP</a:t>
            </a:r>
            <a:endParaRPr b="0" lang="en-US" sz="1200" spc="-1" strike="noStrike">
              <a:solidFill>
                <a:srgbClr val="000000"/>
              </a:solidFill>
              <a:latin typeface="가는각진제목체"/>
            </a:endParaRPr>
          </a:p>
        </p:txBody>
      </p:sp>
      <p:sp>
        <p:nvSpPr>
          <p:cNvPr id="16" name="TextBox 30"/>
          <p:cNvSpPr/>
          <p:nvPr/>
        </p:nvSpPr>
        <p:spPr>
          <a:xfrm>
            <a:off x="6876000" y="5429160"/>
            <a:ext cx="198972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70c0"/>
                </a:solidFill>
                <a:latin typeface="가는각진제목체"/>
              </a:rPr>
              <a:t>AI – </a:t>
            </a:r>
            <a:r>
              <a:rPr b="1" lang="ko-KR" sz="1200" spc="-1" strike="noStrike">
                <a:solidFill>
                  <a:srgbClr val="0070c0"/>
                </a:solidFill>
                <a:latin typeface="가는각진제목체"/>
              </a:rPr>
              <a:t>온톨로지 지식그래프</a:t>
            </a:r>
            <a:endParaRPr b="0" lang="en-US" sz="1200" spc="-1" strike="noStrike">
              <a:solidFill>
                <a:srgbClr val="000000"/>
              </a:solidFill>
              <a:latin typeface="가는각진제목체"/>
            </a:endParaRPr>
          </a:p>
        </p:txBody>
      </p:sp>
      <p:sp>
        <p:nvSpPr>
          <p:cNvPr id="17" name="TextBox 31"/>
          <p:cNvSpPr/>
          <p:nvPr/>
        </p:nvSpPr>
        <p:spPr>
          <a:xfrm>
            <a:off x="6864480" y="5086440"/>
            <a:ext cx="81468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70c0"/>
                </a:solidFill>
                <a:latin typeface="가는각진제목체"/>
              </a:rPr>
              <a:t>AI - IOT</a:t>
            </a:r>
            <a:endParaRPr b="0" lang="en-US" sz="1200" spc="-1" strike="noStrike">
              <a:solidFill>
                <a:srgbClr val="000000"/>
              </a:solidFill>
              <a:latin typeface="가는각진제목체"/>
            </a:endParaRPr>
          </a:p>
        </p:txBody>
      </p:sp>
      <p:sp>
        <p:nvSpPr>
          <p:cNvPr id="18" name="TextBox 32"/>
          <p:cNvSpPr/>
          <p:nvPr/>
        </p:nvSpPr>
        <p:spPr>
          <a:xfrm>
            <a:off x="7954560" y="5086440"/>
            <a:ext cx="1169640" cy="27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200" spc="-1" strike="noStrike">
                <a:solidFill>
                  <a:srgbClr val="0070c0"/>
                </a:solidFill>
                <a:latin typeface="가는각진제목체"/>
              </a:rPr>
              <a:t>AI - </a:t>
            </a:r>
            <a:r>
              <a:rPr b="1" lang="ko-KR" sz="1200" spc="-1" strike="noStrike">
                <a:solidFill>
                  <a:srgbClr val="0070c0"/>
                </a:solidFill>
                <a:latin typeface="가는각진제목체"/>
              </a:rPr>
              <a:t>머신비젼</a:t>
            </a:r>
            <a:endParaRPr b="0" lang="en-US" sz="1200" spc="-1" strike="noStrike">
              <a:solidFill>
                <a:srgbClr val="000000"/>
              </a:solidFill>
              <a:latin typeface="가는각진제목체"/>
            </a:endParaRPr>
          </a:p>
        </p:txBody>
      </p:sp>
      <p:sp>
        <p:nvSpPr>
          <p:cNvPr id="19" name="직선 연결선 34"/>
          <p:cNvSpPr/>
          <p:nvPr/>
        </p:nvSpPr>
        <p:spPr>
          <a:xfrm flipV="1">
            <a:off x="6805440" y="4660920"/>
            <a:ext cx="2540160" cy="31680"/>
          </a:xfrm>
          <a:prstGeom prst="line">
            <a:avLst/>
          </a:prstGeom>
          <a:ln w="9360">
            <a:solidFill>
              <a:srgbClr val="00cc9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-15120" bIns="-15120" anchor="t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가는각진제목체"/>
            </a:endParaRPr>
          </a:p>
        </p:txBody>
      </p:sp>
      <p:pic>
        <p:nvPicPr>
          <p:cNvPr id="20" name="그림 3" descr=""/>
          <p:cNvPicPr/>
          <p:nvPr/>
        </p:nvPicPr>
        <p:blipFill>
          <a:blip r:embed="rId2"/>
          <a:stretch/>
        </p:blipFill>
        <p:spPr>
          <a:xfrm>
            <a:off x="7508880" y="243000"/>
            <a:ext cx="2084400" cy="828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슬라이드 번호 개체 틀 1"/>
          <p:cNvSpPr/>
          <p:nvPr/>
        </p:nvSpPr>
        <p:spPr>
          <a:xfrm>
            <a:off x="3800520" y="6524640"/>
            <a:ext cx="2311200" cy="2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D2805C4-32A0-4F38-A65D-1A4799E712DB}" type="slidenum">
              <a:rPr b="1" lang="en-US" sz="1200" spc="-1" strike="noStrike">
                <a:solidFill>
                  <a:srgbClr val="000000"/>
                </a:solidFill>
                <a:latin typeface="Times New Roman"/>
                <a:ea typeface="HY헤드라인M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가는각진제목체"/>
            </a:endParaRPr>
          </a:p>
        </p:txBody>
      </p:sp>
      <p:pic>
        <p:nvPicPr>
          <p:cNvPr id="22" name="그림 3" descr=""/>
          <p:cNvPicPr/>
          <p:nvPr/>
        </p:nvPicPr>
        <p:blipFill>
          <a:blip r:embed="rId1"/>
          <a:stretch/>
        </p:blipFill>
        <p:spPr>
          <a:xfrm>
            <a:off x="2529000" y="0"/>
            <a:ext cx="4848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1"/>
          <p:cNvSpPr/>
          <p:nvPr/>
        </p:nvSpPr>
        <p:spPr>
          <a:xfrm>
            <a:off x="5170320" y="1768320"/>
            <a:ext cx="4311720" cy="4540320"/>
          </a:xfrm>
          <a:prstGeom prst="rect">
            <a:avLst/>
          </a:prstGeom>
          <a:solidFill>
            <a:srgbClr val="a4faa8"/>
          </a:solidFill>
          <a:ln w="93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가는각진제목체"/>
            </a:endParaRPr>
          </a:p>
        </p:txBody>
      </p:sp>
      <p:sp>
        <p:nvSpPr>
          <p:cNvPr id="24" name="직사각형 42"/>
          <p:cNvSpPr/>
          <p:nvPr/>
        </p:nvSpPr>
        <p:spPr>
          <a:xfrm>
            <a:off x="851040" y="1360440"/>
            <a:ext cx="4248000" cy="2932200"/>
          </a:xfrm>
          <a:prstGeom prst="rect">
            <a:avLst/>
          </a:prstGeom>
          <a:solidFill>
            <a:srgbClr val="e2f0d9"/>
          </a:solidFill>
          <a:ln w="28440">
            <a:solidFill>
              <a:srgbClr val="bfbf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가는각진제목체"/>
            </a:endParaRPr>
          </a:p>
        </p:txBody>
      </p:sp>
      <p:sp>
        <p:nvSpPr>
          <p:cNvPr id="25" name="직사각형 43"/>
          <p:cNvSpPr/>
          <p:nvPr/>
        </p:nvSpPr>
        <p:spPr>
          <a:xfrm>
            <a:off x="851040" y="4356000"/>
            <a:ext cx="4248000" cy="1952640"/>
          </a:xfrm>
          <a:prstGeom prst="rect">
            <a:avLst/>
          </a:prstGeom>
          <a:solidFill>
            <a:srgbClr val="fff2cc"/>
          </a:solidFill>
          <a:ln w="28440">
            <a:solidFill>
              <a:srgbClr val="bfbfbf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가는각진제목체"/>
            </a:endParaRPr>
          </a:p>
        </p:txBody>
      </p:sp>
      <p:sp>
        <p:nvSpPr>
          <p:cNvPr id="26" name="직사각형 45"/>
          <p:cNvSpPr/>
          <p:nvPr/>
        </p:nvSpPr>
        <p:spPr>
          <a:xfrm>
            <a:off x="1079640" y="4900680"/>
            <a:ext cx="1511280" cy="812880"/>
          </a:xfrm>
          <a:prstGeom prst="rect">
            <a:avLst/>
          </a:prstGeom>
          <a:solidFill>
            <a:srgbClr val="5b9bd5"/>
          </a:solidFill>
          <a:ln w="12600">
            <a:solidFill>
              <a:srgbClr val="41719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ko-KR" sz="14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데이터 수집</a:t>
            </a:r>
            <a:endParaRPr b="0" lang="en-US" sz="1400" spc="-1" strike="noStrike">
              <a:solidFill>
                <a:srgbClr val="000000"/>
              </a:solidFill>
              <a:latin typeface="가는각진제목체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(Gathering)</a:t>
            </a:r>
            <a:endParaRPr b="0" lang="en-US" sz="1400" spc="-1" strike="noStrike">
              <a:solidFill>
                <a:srgbClr val="000000"/>
              </a:solidFill>
              <a:latin typeface="가는각진제목체"/>
            </a:endParaRPr>
          </a:p>
        </p:txBody>
      </p:sp>
      <p:sp>
        <p:nvSpPr>
          <p:cNvPr id="27" name="직사각형 46"/>
          <p:cNvSpPr/>
          <p:nvPr/>
        </p:nvSpPr>
        <p:spPr>
          <a:xfrm>
            <a:off x="1079640" y="1917720"/>
            <a:ext cx="1511280" cy="784080"/>
          </a:xfrm>
          <a:prstGeom prst="rect">
            <a:avLst/>
          </a:prstGeom>
          <a:solidFill>
            <a:srgbClr val="5b9bd5"/>
          </a:solidFill>
          <a:ln w="12600">
            <a:solidFill>
              <a:srgbClr val="41719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0000"/>
                </a:solidFill>
                <a:latin typeface="맑은 고딕"/>
                <a:ea typeface="맑은 고딕"/>
              </a:rPr>
              <a:t>Odoo</a:t>
            </a:r>
            <a:r>
              <a:rPr b="0" lang="ko-KR" sz="1400" spc="-1" strike="noStrike">
                <a:solidFill>
                  <a:srgbClr val="ff0000"/>
                </a:solidFill>
                <a:latin typeface="맑은 고딕"/>
                <a:ea typeface="맑은 고딕"/>
              </a:rPr>
              <a:t> </a:t>
            </a:r>
            <a:r>
              <a:rPr b="0" lang="ko-KR" sz="1400" spc="-1" strike="noStrike">
                <a:solidFill>
                  <a:srgbClr val="ff0000"/>
                </a:solidFill>
                <a:latin typeface="맑은 고딕"/>
                <a:ea typeface="맑은 고딕"/>
              </a:rPr>
              <a:t>시스템</a:t>
            </a:r>
            <a:endParaRPr b="0" lang="en-US" sz="1400" spc="-1" strike="noStrike">
              <a:solidFill>
                <a:srgbClr val="000000"/>
              </a:solidFill>
              <a:latin typeface="가는각진제목체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(Management)</a:t>
            </a:r>
            <a:endParaRPr b="0" lang="en-US" sz="1400" spc="-1" strike="noStrike">
              <a:solidFill>
                <a:srgbClr val="000000"/>
              </a:solidFill>
              <a:latin typeface="가는각진제목체"/>
            </a:endParaRPr>
          </a:p>
        </p:txBody>
      </p:sp>
      <p:sp>
        <p:nvSpPr>
          <p:cNvPr id="28" name="직사각형 47"/>
          <p:cNvSpPr/>
          <p:nvPr/>
        </p:nvSpPr>
        <p:spPr>
          <a:xfrm>
            <a:off x="5589720" y="1924200"/>
            <a:ext cx="1512720" cy="812520"/>
          </a:xfrm>
          <a:prstGeom prst="rect">
            <a:avLst/>
          </a:prstGeom>
          <a:solidFill>
            <a:srgbClr val="ed7d31"/>
          </a:solidFill>
          <a:ln w="12600">
            <a:solidFill>
              <a:srgbClr val="41719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ko-KR" sz="14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지능형 시스템</a:t>
            </a:r>
            <a:endParaRPr b="0" lang="en-US" sz="1400" spc="-1" strike="noStrike">
              <a:solidFill>
                <a:srgbClr val="000000"/>
              </a:solidFill>
              <a:latin typeface="가는각진제목체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(Intelligent)</a:t>
            </a:r>
            <a:endParaRPr b="0" lang="en-US" sz="1400" spc="-1" strike="noStrike">
              <a:solidFill>
                <a:srgbClr val="000000"/>
              </a:solidFill>
              <a:latin typeface="가는각진제목체"/>
            </a:endParaRPr>
          </a:p>
        </p:txBody>
      </p:sp>
      <p:sp>
        <p:nvSpPr>
          <p:cNvPr id="29" name="직사각형 48"/>
          <p:cNvSpPr/>
          <p:nvPr/>
        </p:nvSpPr>
        <p:spPr>
          <a:xfrm>
            <a:off x="5599080" y="4897440"/>
            <a:ext cx="1513080" cy="812880"/>
          </a:xfrm>
          <a:prstGeom prst="rect">
            <a:avLst/>
          </a:prstGeom>
          <a:solidFill>
            <a:srgbClr val="ed7d31"/>
          </a:solidFill>
          <a:ln w="12600">
            <a:solidFill>
              <a:srgbClr val="41719c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ko-KR" sz="14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제조현장 제어</a:t>
            </a:r>
            <a:endParaRPr b="0" lang="en-US" sz="1400" spc="-1" strike="noStrike">
              <a:solidFill>
                <a:srgbClr val="000000"/>
              </a:solidFill>
              <a:latin typeface="가는각진제목체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(Control)</a:t>
            </a:r>
            <a:endParaRPr b="0" lang="en-US" sz="1400" spc="-1" strike="noStrike">
              <a:solidFill>
                <a:srgbClr val="000000"/>
              </a:solidFill>
              <a:latin typeface="가는각진제목체"/>
            </a:endParaRPr>
          </a:p>
        </p:txBody>
      </p:sp>
      <p:grpSp>
        <p:nvGrpSpPr>
          <p:cNvPr id="30" name="그룹 8"/>
          <p:cNvGrpSpPr/>
          <p:nvPr/>
        </p:nvGrpSpPr>
        <p:grpSpPr>
          <a:xfrm>
            <a:off x="2867040" y="1917720"/>
            <a:ext cx="1784160" cy="784080"/>
            <a:chOff x="2867040" y="1917720"/>
            <a:chExt cx="1784160" cy="784080"/>
          </a:xfrm>
        </p:grpSpPr>
        <p:grpSp>
          <p:nvGrpSpPr>
            <p:cNvPr id="31" name="모서리가 둥근 직사각형 150"/>
            <p:cNvGrpSpPr/>
            <p:nvPr/>
          </p:nvGrpSpPr>
          <p:grpSpPr>
            <a:xfrm>
              <a:off x="2867040" y="1917720"/>
              <a:ext cx="1784160" cy="784080"/>
              <a:chOff x="2867040" y="1917720"/>
              <a:chExt cx="1784160" cy="784080"/>
            </a:xfrm>
          </p:grpSpPr>
          <p:pic>
            <p:nvPicPr>
              <p:cNvPr id="32" name="모서리가 둥근 직사각형 150" descr=""/>
              <p:cNvPicPr/>
              <p:nvPr/>
            </p:nvPicPr>
            <p:blipFill>
              <a:blip r:embed="rId1"/>
              <a:stretch/>
            </p:blipFill>
            <p:spPr>
              <a:xfrm>
                <a:off x="2867040" y="1917720"/>
                <a:ext cx="1784160" cy="78408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33" name=""/>
              <p:cNvSpPr/>
              <p:nvPr/>
            </p:nvSpPr>
            <p:spPr>
              <a:xfrm>
                <a:off x="2876040" y="1922400"/>
                <a:ext cx="1761840" cy="767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0" rIns="0" tIns="0" bIns="0" anchor="ctr">
                <a:noAutofit/>
              </a:bodyPr>
              <a:p>
                <a:pPr algn="ctr">
                  <a:lnSpc>
                    <a:spcPct val="120000"/>
                  </a:lnSpc>
                  <a:tabLst>
                    <a:tab algn="l" pos="0"/>
                    <a:tab algn="l" pos="914400"/>
                    <a:tab algn="l" pos="1828800"/>
                    <a:tab algn="l" pos="2743200"/>
                    <a:tab algn="l" pos="3657600"/>
                    <a:tab algn="l" pos="4572000"/>
                    <a:tab algn="l" pos="5486400"/>
                    <a:tab algn="l" pos="6400800"/>
                    <a:tab algn="l" pos="7315200"/>
                    <a:tab algn="l" pos="8229600"/>
                    <a:tab algn="l" pos="9144000"/>
                    <a:tab algn="l" pos="10058400"/>
                  </a:tabLst>
                </a:pPr>
                <a:endParaRPr b="0" lang="en-US" sz="1200" spc="-1" strike="noStrike">
                  <a:solidFill>
                    <a:srgbClr val="000000"/>
                  </a:solidFill>
                  <a:latin typeface="가는각진제목체"/>
                </a:endParaRPr>
              </a:p>
            </p:txBody>
          </p:sp>
        </p:grpSp>
        <p:pic>
          <p:nvPicPr>
            <p:cNvPr id="34" name="그림 10" descr=""/>
            <p:cNvPicPr/>
            <p:nvPr/>
          </p:nvPicPr>
          <p:blipFill>
            <a:blip r:embed="rId2"/>
            <a:stretch/>
          </p:blipFill>
          <p:spPr>
            <a:xfrm>
              <a:off x="2939040" y="2021400"/>
              <a:ext cx="336600" cy="3315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5" name="그림 11" descr=""/>
            <p:cNvPicPr/>
            <p:nvPr/>
          </p:nvPicPr>
          <p:blipFill>
            <a:blip r:embed="rId3"/>
            <a:stretch/>
          </p:blipFill>
          <p:spPr>
            <a:xfrm>
              <a:off x="3338280" y="2044440"/>
              <a:ext cx="349560" cy="3225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6" name="그림 12" descr=""/>
            <p:cNvPicPr/>
            <p:nvPr/>
          </p:nvPicPr>
          <p:blipFill>
            <a:blip r:embed="rId4"/>
            <a:stretch/>
          </p:blipFill>
          <p:spPr>
            <a:xfrm>
              <a:off x="3762720" y="2072520"/>
              <a:ext cx="325080" cy="1792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7" name="그림 13" descr=""/>
            <p:cNvPicPr/>
            <p:nvPr/>
          </p:nvPicPr>
          <p:blipFill>
            <a:blip r:embed="rId5"/>
            <a:stretch/>
          </p:blipFill>
          <p:spPr>
            <a:xfrm>
              <a:off x="2963160" y="2377080"/>
              <a:ext cx="279000" cy="2062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8" name="그림 14" descr=""/>
            <p:cNvPicPr/>
            <p:nvPr/>
          </p:nvPicPr>
          <p:blipFill>
            <a:blip r:embed="rId6"/>
            <a:stretch/>
          </p:blipFill>
          <p:spPr>
            <a:xfrm>
              <a:off x="3347640" y="2408400"/>
              <a:ext cx="314280" cy="1526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9" name="그림 15" descr=""/>
            <p:cNvPicPr/>
            <p:nvPr/>
          </p:nvPicPr>
          <p:blipFill>
            <a:blip r:embed="rId7"/>
            <a:stretch/>
          </p:blipFill>
          <p:spPr>
            <a:xfrm>
              <a:off x="3758400" y="2329920"/>
              <a:ext cx="299160" cy="247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0" name="그림 16" descr=""/>
            <p:cNvPicPr/>
            <p:nvPr/>
          </p:nvPicPr>
          <p:blipFill>
            <a:blip r:embed="rId8"/>
            <a:stretch/>
          </p:blipFill>
          <p:spPr>
            <a:xfrm>
              <a:off x="4125240" y="2059920"/>
              <a:ext cx="429840" cy="1807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1" name="그림 17" descr=""/>
            <p:cNvPicPr/>
            <p:nvPr/>
          </p:nvPicPr>
          <p:blipFill>
            <a:blip r:embed="rId9"/>
            <a:stretch/>
          </p:blipFill>
          <p:spPr>
            <a:xfrm>
              <a:off x="4165200" y="2279160"/>
              <a:ext cx="389160" cy="28656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42" name="모서리가 둥근 직사각형 150"/>
          <p:cNvGrpSpPr/>
          <p:nvPr/>
        </p:nvGrpSpPr>
        <p:grpSpPr>
          <a:xfrm>
            <a:off x="2852640" y="4900680"/>
            <a:ext cx="1785960" cy="817560"/>
            <a:chOff x="2852640" y="4900680"/>
            <a:chExt cx="1785960" cy="817560"/>
          </a:xfrm>
        </p:grpSpPr>
        <p:pic>
          <p:nvPicPr>
            <p:cNvPr id="43" name="모서리가 둥근 직사각형 150" descr=""/>
            <p:cNvPicPr/>
            <p:nvPr/>
          </p:nvPicPr>
          <p:blipFill>
            <a:blip r:embed="rId10"/>
            <a:stretch/>
          </p:blipFill>
          <p:spPr>
            <a:xfrm>
              <a:off x="2852640" y="4900680"/>
              <a:ext cx="1785960" cy="8175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4" name=""/>
            <p:cNvSpPr/>
            <p:nvPr/>
          </p:nvSpPr>
          <p:spPr>
            <a:xfrm>
              <a:off x="2859120" y="4906800"/>
              <a:ext cx="1768320" cy="798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2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200" spc="-1" strike="noStrike">
                <a:solidFill>
                  <a:srgbClr val="000000"/>
                </a:solidFill>
                <a:latin typeface="가는각진제목체"/>
              </a:endParaRPr>
            </a:p>
          </p:txBody>
        </p:sp>
      </p:grpSp>
      <p:pic>
        <p:nvPicPr>
          <p:cNvPr id="45" name="그림 19" descr=""/>
          <p:cNvPicPr/>
          <p:nvPr/>
        </p:nvPicPr>
        <p:blipFill>
          <a:blip r:embed="rId11"/>
          <a:stretch/>
        </p:blipFill>
        <p:spPr>
          <a:xfrm>
            <a:off x="2900520" y="4915080"/>
            <a:ext cx="1684080" cy="812520"/>
          </a:xfrm>
          <a:prstGeom prst="rect">
            <a:avLst/>
          </a:prstGeom>
          <a:ln w="0">
            <a:noFill/>
          </a:ln>
        </p:spPr>
      </p:pic>
      <p:grpSp>
        <p:nvGrpSpPr>
          <p:cNvPr id="46" name="모서리가 둥근 직사각형 150"/>
          <p:cNvGrpSpPr/>
          <p:nvPr/>
        </p:nvGrpSpPr>
        <p:grpSpPr>
          <a:xfrm>
            <a:off x="7364520" y="1925640"/>
            <a:ext cx="1785960" cy="817560"/>
            <a:chOff x="7364520" y="1925640"/>
            <a:chExt cx="1785960" cy="817560"/>
          </a:xfrm>
        </p:grpSpPr>
        <p:pic>
          <p:nvPicPr>
            <p:cNvPr id="47" name="모서리가 둥근 직사각형 150" descr=""/>
            <p:cNvPicPr/>
            <p:nvPr/>
          </p:nvPicPr>
          <p:blipFill>
            <a:blip r:embed="rId12"/>
            <a:stretch/>
          </p:blipFill>
          <p:spPr>
            <a:xfrm>
              <a:off x="7364520" y="1925640"/>
              <a:ext cx="1785960" cy="8175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48" name=""/>
            <p:cNvSpPr/>
            <p:nvPr/>
          </p:nvSpPr>
          <p:spPr>
            <a:xfrm>
              <a:off x="7370640" y="1932120"/>
              <a:ext cx="1766880" cy="796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2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200" spc="-1" strike="noStrike">
                <a:solidFill>
                  <a:srgbClr val="000000"/>
                </a:solidFill>
                <a:latin typeface="가는각진제목체"/>
              </a:endParaRPr>
            </a:p>
          </p:txBody>
        </p:sp>
      </p:grpSp>
      <p:sp>
        <p:nvSpPr>
          <p:cNvPr id="49" name="사각형: 둥근 모서리 2"/>
          <p:cNvSpPr/>
          <p:nvPr/>
        </p:nvSpPr>
        <p:spPr>
          <a:xfrm>
            <a:off x="7423200" y="2016000"/>
            <a:ext cx="507960" cy="236520"/>
          </a:xfrm>
          <a:prstGeom prst="roundRect">
            <a:avLst>
              <a:gd name="adj" fmla="val 16667"/>
            </a:avLst>
          </a:prstGeom>
          <a:solidFill>
            <a:srgbClr val="3857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APS</a:t>
            </a:r>
            <a:endParaRPr b="0" lang="en-US" sz="900" spc="-1" strike="noStrike">
              <a:solidFill>
                <a:srgbClr val="000000"/>
              </a:solidFill>
              <a:latin typeface="가는각진제목체"/>
            </a:endParaRPr>
          </a:p>
        </p:txBody>
      </p:sp>
      <p:sp>
        <p:nvSpPr>
          <p:cNvPr id="50" name="사각형: 둥근 모서리 2"/>
          <p:cNvSpPr/>
          <p:nvPr/>
        </p:nvSpPr>
        <p:spPr>
          <a:xfrm>
            <a:off x="7962840" y="2016000"/>
            <a:ext cx="473040" cy="236520"/>
          </a:xfrm>
          <a:prstGeom prst="roundRect">
            <a:avLst>
              <a:gd name="adj" fmla="val 16667"/>
            </a:avLst>
          </a:prstGeom>
          <a:solidFill>
            <a:srgbClr val="3857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9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CPS</a:t>
            </a:r>
            <a:endParaRPr b="0" lang="en-US" sz="900" spc="-1" strike="noStrike">
              <a:solidFill>
                <a:srgbClr val="000000"/>
              </a:solidFill>
              <a:latin typeface="가는각진제목체"/>
            </a:endParaRPr>
          </a:p>
        </p:txBody>
      </p:sp>
      <p:sp>
        <p:nvSpPr>
          <p:cNvPr id="51" name="사각형: 둥근 모서리 2"/>
          <p:cNvSpPr/>
          <p:nvPr/>
        </p:nvSpPr>
        <p:spPr>
          <a:xfrm>
            <a:off x="8467560" y="2008080"/>
            <a:ext cx="615960" cy="236520"/>
          </a:xfrm>
          <a:prstGeom prst="roundRect">
            <a:avLst>
              <a:gd name="adj" fmla="val 16667"/>
            </a:avLst>
          </a:prstGeom>
          <a:solidFill>
            <a:srgbClr val="38572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ko-KR" sz="900" spc="-1" strike="noStrike">
                <a:solidFill>
                  <a:srgbClr val="ffffff"/>
                </a:solidFill>
                <a:latin typeface="맑은 고딕"/>
                <a:ea typeface="맑은 고딕"/>
              </a:rPr>
              <a:t>빅데이터</a:t>
            </a:r>
            <a:endParaRPr b="0" lang="en-US" sz="900" spc="-1" strike="noStrike">
              <a:solidFill>
                <a:srgbClr val="000000"/>
              </a:solidFill>
              <a:latin typeface="가는각진제목체"/>
            </a:endParaRPr>
          </a:p>
        </p:txBody>
      </p:sp>
      <p:cxnSp>
        <p:nvCxnSpPr>
          <p:cNvPr id="52" name="직선 화살표 연결선 24"/>
          <p:cNvCxnSpPr/>
          <p:nvPr/>
        </p:nvCxnSpPr>
        <p:spPr>
          <a:xfrm flipV="1">
            <a:off x="2109600" y="2672640"/>
            <a:ext cx="1080" cy="2199240"/>
          </a:xfrm>
          <a:prstGeom prst="straightConnector1">
            <a:avLst/>
          </a:prstGeom>
          <a:ln w="6480">
            <a:solidFill>
              <a:srgbClr val="5b9bd5"/>
            </a:solidFill>
            <a:miter/>
            <a:tailEnd len="med" type="triangle" w="med"/>
          </a:ln>
        </p:spPr>
      </p:cxnSp>
      <p:pic>
        <p:nvPicPr>
          <p:cNvPr id="53" name="그림 66" descr=""/>
          <p:cNvPicPr/>
          <p:nvPr/>
        </p:nvPicPr>
        <p:blipFill>
          <a:blip r:embed="rId13"/>
          <a:srcRect l="0" t="10889" r="0" b="4437"/>
          <a:stretch/>
        </p:blipFill>
        <p:spPr>
          <a:xfrm>
            <a:off x="8502480" y="2297160"/>
            <a:ext cx="581040" cy="341280"/>
          </a:xfrm>
          <a:prstGeom prst="rect">
            <a:avLst/>
          </a:prstGeom>
          <a:ln cap="sq" w="12600">
            <a:solidFill>
              <a:srgbClr val="7f7f7f"/>
            </a:solidFill>
            <a:miter/>
          </a:ln>
          <a:effectLst>
            <a:outerShdw dist="38183" dir="2700000" blurRad="0" rotWithShape="0">
              <a:srgbClr val="000000">
                <a:alpha val="43000"/>
              </a:srgbClr>
            </a:outerShdw>
          </a:effectLst>
        </p:spPr>
      </p:pic>
      <p:pic>
        <p:nvPicPr>
          <p:cNvPr id="54" name="그림 26" descr=""/>
          <p:cNvPicPr/>
          <p:nvPr/>
        </p:nvPicPr>
        <p:blipFill>
          <a:blip r:embed="rId14"/>
          <a:srcRect l="1197" t="23070" r="57449" b="35358"/>
          <a:stretch/>
        </p:blipFill>
        <p:spPr>
          <a:xfrm>
            <a:off x="7459560" y="2306520"/>
            <a:ext cx="471600" cy="317520"/>
          </a:xfrm>
          <a:prstGeom prst="rect">
            <a:avLst/>
          </a:prstGeom>
          <a:ln w="9360">
            <a:solidFill>
              <a:srgbClr val="7f7f7f"/>
            </a:solidFill>
            <a:miter/>
          </a:ln>
        </p:spPr>
      </p:pic>
      <p:pic>
        <p:nvPicPr>
          <p:cNvPr id="55" name="그림 27" descr=""/>
          <p:cNvPicPr/>
          <p:nvPr/>
        </p:nvPicPr>
        <p:blipFill>
          <a:blip r:embed="rId15"/>
          <a:stretch/>
        </p:blipFill>
        <p:spPr>
          <a:xfrm>
            <a:off x="7962840" y="2290680"/>
            <a:ext cx="477720" cy="349200"/>
          </a:xfrm>
          <a:prstGeom prst="rect">
            <a:avLst/>
          </a:prstGeom>
          <a:ln w="0">
            <a:noFill/>
          </a:ln>
        </p:spPr>
      </p:pic>
      <p:sp>
        <p:nvSpPr>
          <p:cNvPr id="56" name="모서리가 둥근 직사각형 19"/>
          <p:cNvSpPr/>
          <p:nvPr/>
        </p:nvSpPr>
        <p:spPr>
          <a:xfrm>
            <a:off x="7867800" y="2900520"/>
            <a:ext cx="1784160" cy="47592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ko-KR" sz="1400" spc="-1" strike="noStrike">
                <a:solidFill>
                  <a:srgbClr val="7030a0"/>
                </a:solidFill>
                <a:latin typeface="맑은 고딕"/>
                <a:ea typeface="맑은 고딕"/>
              </a:rPr>
              <a:t>예측시스템</a:t>
            </a:r>
            <a:endParaRPr b="0" lang="en-US" sz="1400" spc="-1" strike="noStrike">
              <a:solidFill>
                <a:srgbClr val="000000"/>
              </a:solidFill>
              <a:latin typeface="가는각진제목체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7030a0"/>
                </a:solidFill>
                <a:latin typeface="맑은 고딕"/>
                <a:ea typeface="맑은 고딕"/>
              </a:rPr>
              <a:t>(</a:t>
            </a:r>
            <a:r>
              <a:rPr b="1" lang="ko-KR" sz="1400" spc="-1" strike="noStrike">
                <a:solidFill>
                  <a:srgbClr val="7030a0"/>
                </a:solidFill>
                <a:latin typeface="맑은 고딕"/>
                <a:ea typeface="맑은 고딕"/>
              </a:rPr>
              <a:t>일정</a:t>
            </a:r>
            <a:r>
              <a:rPr b="1" lang="en-US" sz="1400" spc="-1" strike="noStrike">
                <a:solidFill>
                  <a:srgbClr val="7030a0"/>
                </a:solidFill>
                <a:latin typeface="맑은 고딕"/>
                <a:ea typeface="맑은 고딕"/>
              </a:rPr>
              <a:t>,</a:t>
            </a:r>
            <a:r>
              <a:rPr b="1" lang="ko-KR" sz="1400" spc="-1" strike="noStrike">
                <a:solidFill>
                  <a:srgbClr val="7030a0"/>
                </a:solidFill>
                <a:latin typeface="맑은 고딕"/>
                <a:ea typeface="맑은 고딕"/>
              </a:rPr>
              <a:t>비용</a:t>
            </a:r>
            <a:endParaRPr b="0" lang="en-US" sz="1400" spc="-1" strike="noStrike">
              <a:solidFill>
                <a:srgbClr val="000000"/>
              </a:solidFill>
              <a:latin typeface="가는각진제목체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ko-KR" sz="1400" spc="-1" strike="noStrike">
                <a:solidFill>
                  <a:srgbClr val="7030a0"/>
                </a:solidFill>
                <a:latin typeface="맑은 고딕"/>
                <a:ea typeface="맑은 고딕"/>
              </a:rPr>
              <a:t>품질</a:t>
            </a:r>
            <a:r>
              <a:rPr b="1" lang="en-US" sz="1400" spc="-1" strike="noStrike">
                <a:solidFill>
                  <a:srgbClr val="7030a0"/>
                </a:solidFill>
                <a:latin typeface="맑은 고딕"/>
                <a:ea typeface="맑은 고딕"/>
              </a:rPr>
              <a:t>,</a:t>
            </a:r>
            <a:r>
              <a:rPr b="1" lang="ko-KR" sz="1400" spc="-1" strike="noStrike">
                <a:solidFill>
                  <a:srgbClr val="7030a0"/>
                </a:solidFill>
                <a:latin typeface="맑은 고딕"/>
                <a:ea typeface="맑은 고딕"/>
              </a:rPr>
              <a:t>설비</a:t>
            </a:r>
            <a:r>
              <a:rPr b="1" lang="en-US" sz="1400" spc="-1" strike="noStrike">
                <a:solidFill>
                  <a:srgbClr val="7030a0"/>
                </a:solidFill>
                <a:latin typeface="맑은 고딕"/>
                <a:ea typeface="맑은 고딕"/>
              </a:rPr>
              <a:t>,</a:t>
            </a:r>
            <a:r>
              <a:rPr b="1" lang="ko-KR" sz="1400" spc="-1" strike="noStrike">
                <a:solidFill>
                  <a:srgbClr val="7030a0"/>
                </a:solidFill>
                <a:latin typeface="맑은 고딕"/>
                <a:ea typeface="맑은 고딕"/>
              </a:rPr>
              <a:t>공정</a:t>
            </a:r>
            <a:r>
              <a:rPr b="1" lang="en-US" sz="1400" spc="-1" strike="noStrike">
                <a:solidFill>
                  <a:srgbClr val="7030a0"/>
                </a:solidFill>
                <a:latin typeface="맑은 고딕"/>
                <a:ea typeface="맑은 고딕"/>
              </a:rPr>
              <a:t>)</a:t>
            </a:r>
            <a:endParaRPr b="0" lang="en-US" sz="1400" spc="-1" strike="noStrike">
              <a:solidFill>
                <a:srgbClr val="000000"/>
              </a:solidFill>
              <a:latin typeface="가는각진제목체"/>
            </a:endParaRPr>
          </a:p>
        </p:txBody>
      </p:sp>
      <p:sp>
        <p:nvSpPr>
          <p:cNvPr id="57" name="모서리가 둥근 직사각형 19"/>
          <p:cNvSpPr/>
          <p:nvPr/>
        </p:nvSpPr>
        <p:spPr>
          <a:xfrm>
            <a:off x="833400" y="2746440"/>
            <a:ext cx="1354320" cy="47628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ko-KR" sz="1400" spc="-1" strike="noStrike">
                <a:solidFill>
                  <a:srgbClr val="7030a0"/>
                </a:solidFill>
                <a:latin typeface="맑은 고딕"/>
                <a:ea typeface="맑은 고딕"/>
              </a:rPr>
              <a:t>실시간 </a:t>
            </a:r>
            <a:endParaRPr b="0" lang="en-US" sz="1400" spc="-1" strike="noStrike">
              <a:solidFill>
                <a:srgbClr val="000000"/>
              </a:solidFill>
              <a:latin typeface="가는각진제목체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ko-KR" sz="1400" spc="-1" strike="noStrike">
                <a:solidFill>
                  <a:srgbClr val="7030a0"/>
                </a:solidFill>
                <a:latin typeface="맑은 고딕"/>
                <a:ea typeface="맑은 고딕"/>
              </a:rPr>
              <a:t>운영솔루션</a:t>
            </a:r>
            <a:endParaRPr b="0" lang="en-US" sz="1400" spc="-1" strike="noStrike">
              <a:solidFill>
                <a:srgbClr val="000000"/>
              </a:solidFill>
              <a:latin typeface="가는각진제목체"/>
            </a:endParaRPr>
          </a:p>
        </p:txBody>
      </p:sp>
      <p:sp>
        <p:nvSpPr>
          <p:cNvPr id="58" name="모서리가 둥근 직사각형 19"/>
          <p:cNvSpPr/>
          <p:nvPr/>
        </p:nvSpPr>
        <p:spPr>
          <a:xfrm>
            <a:off x="912960" y="4425840"/>
            <a:ext cx="1218960" cy="47628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ko-KR" sz="1400" spc="-1" strike="noStrike">
                <a:solidFill>
                  <a:srgbClr val="7030a0"/>
                </a:solidFill>
                <a:latin typeface="맑은 고딕"/>
                <a:ea typeface="맑은 고딕"/>
              </a:rPr>
              <a:t>데이터 수집 </a:t>
            </a:r>
            <a:endParaRPr b="0" lang="en-US" sz="1400" spc="-1" strike="noStrike">
              <a:solidFill>
                <a:srgbClr val="000000"/>
              </a:solidFill>
              <a:latin typeface="가는각진제목체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ko-KR" sz="1400" spc="-1" strike="noStrike">
                <a:solidFill>
                  <a:srgbClr val="7030a0"/>
                </a:solidFill>
                <a:latin typeface="맑은 고딕"/>
                <a:ea typeface="맑은 고딕"/>
              </a:rPr>
              <a:t>솔루션</a:t>
            </a:r>
            <a:endParaRPr b="0" lang="en-US" sz="1400" spc="-1" strike="noStrike">
              <a:solidFill>
                <a:srgbClr val="000000"/>
              </a:solidFill>
              <a:latin typeface="가는각진제목체"/>
            </a:endParaRPr>
          </a:p>
        </p:txBody>
      </p:sp>
      <p:sp>
        <p:nvSpPr>
          <p:cNvPr id="59" name="Text Box 142"/>
          <p:cNvSpPr/>
          <p:nvPr/>
        </p:nvSpPr>
        <p:spPr>
          <a:xfrm>
            <a:off x="898560" y="3309840"/>
            <a:ext cx="1500120" cy="91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0" lang="ko-KR" sz="900" spc="-1" strike="noStrike">
                <a:solidFill>
                  <a:srgbClr val="000066"/>
                </a:solidFill>
                <a:latin typeface="맑은 고딕"/>
                <a:ea typeface="맑은 고딕"/>
              </a:rPr>
              <a:t>생산데이터</a:t>
            </a:r>
            <a:endParaRPr b="0" lang="en-US" sz="900" spc="-1" strike="noStrike">
              <a:solidFill>
                <a:srgbClr val="000000"/>
              </a:solidFill>
              <a:latin typeface="가는각진제목체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0" lang="en-US" sz="900" spc="-1" strike="noStrike">
                <a:solidFill>
                  <a:srgbClr val="000066"/>
                </a:solidFill>
                <a:latin typeface="맑은 고딕"/>
                <a:ea typeface="맑은 고딕"/>
              </a:rPr>
              <a:t>  </a:t>
            </a:r>
            <a:r>
              <a:rPr b="0" lang="en-US" sz="900" spc="-1" strike="noStrike">
                <a:solidFill>
                  <a:srgbClr val="000066"/>
                </a:solidFill>
                <a:latin typeface="맑은 고딕"/>
                <a:ea typeface="맑은 고딕"/>
              </a:rPr>
              <a:t>(</a:t>
            </a:r>
            <a:r>
              <a:rPr b="0" lang="ko-KR" sz="900" spc="-1" strike="noStrike">
                <a:solidFill>
                  <a:srgbClr val="000066"/>
                </a:solidFill>
                <a:latin typeface="맑은 고딕"/>
                <a:ea typeface="맑은 고딕"/>
              </a:rPr>
              <a:t>생산실적</a:t>
            </a:r>
            <a:r>
              <a:rPr b="0" lang="en-US" sz="900" spc="-1" strike="noStrike">
                <a:solidFill>
                  <a:srgbClr val="000066"/>
                </a:solidFill>
                <a:latin typeface="맑은 고딕"/>
                <a:ea typeface="맑은 고딕"/>
              </a:rPr>
              <a:t>)</a:t>
            </a:r>
            <a:endParaRPr b="0" lang="en-US" sz="900" spc="-1" strike="noStrike">
              <a:solidFill>
                <a:srgbClr val="000000"/>
              </a:solidFill>
              <a:latin typeface="가는각진제목체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0" lang="ko-KR" sz="900" spc="-1" strike="noStrike">
                <a:solidFill>
                  <a:srgbClr val="000066"/>
                </a:solidFill>
                <a:latin typeface="맑은 고딕"/>
                <a:ea typeface="맑은 고딕"/>
              </a:rPr>
              <a:t>품질데이터</a:t>
            </a:r>
            <a:endParaRPr b="0" lang="en-US" sz="900" spc="-1" strike="noStrike">
              <a:solidFill>
                <a:srgbClr val="000000"/>
              </a:solidFill>
              <a:latin typeface="가는각진제목체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0" lang="en-US" sz="900" spc="-1" strike="noStrike">
                <a:solidFill>
                  <a:srgbClr val="000066"/>
                </a:solidFill>
                <a:latin typeface="맑은 고딕"/>
                <a:ea typeface="맑은 고딕"/>
              </a:rPr>
              <a:t>  </a:t>
            </a:r>
            <a:r>
              <a:rPr b="0" lang="en-US" sz="900" spc="-1" strike="noStrike">
                <a:solidFill>
                  <a:srgbClr val="000066"/>
                </a:solidFill>
                <a:latin typeface="맑은 고딕"/>
                <a:ea typeface="맑은 고딕"/>
              </a:rPr>
              <a:t>(</a:t>
            </a:r>
            <a:r>
              <a:rPr b="0" lang="ko-KR" sz="900" spc="-1" strike="noStrike">
                <a:solidFill>
                  <a:srgbClr val="000066"/>
                </a:solidFill>
                <a:latin typeface="맑은 고딕"/>
                <a:ea typeface="맑은 고딕"/>
              </a:rPr>
              <a:t>조건</a:t>
            </a:r>
            <a:r>
              <a:rPr b="0" lang="en-US" sz="900" spc="-1" strike="noStrike">
                <a:solidFill>
                  <a:srgbClr val="000066"/>
                </a:solidFill>
                <a:latin typeface="맑은 고딕"/>
                <a:ea typeface="맑은 고딕"/>
              </a:rPr>
              <a:t>, </a:t>
            </a:r>
            <a:r>
              <a:rPr b="0" lang="ko-KR" sz="900" spc="-1" strike="noStrike">
                <a:solidFill>
                  <a:srgbClr val="000066"/>
                </a:solidFill>
                <a:latin typeface="맑은 고딕"/>
                <a:ea typeface="맑은 고딕"/>
              </a:rPr>
              <a:t>품질특성</a:t>
            </a:r>
            <a:r>
              <a:rPr b="0" lang="en-US" sz="900" spc="-1" strike="noStrike">
                <a:solidFill>
                  <a:srgbClr val="000066"/>
                </a:solidFill>
                <a:latin typeface="맑은 고딕"/>
                <a:ea typeface="맑은 고딕"/>
              </a:rPr>
              <a:t>)</a:t>
            </a:r>
            <a:endParaRPr b="0" lang="en-US" sz="900" spc="-1" strike="noStrike">
              <a:solidFill>
                <a:srgbClr val="000000"/>
              </a:solidFill>
              <a:latin typeface="가는각진제목체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0" lang="ko-KR" sz="900" spc="-1" strike="noStrike">
                <a:solidFill>
                  <a:srgbClr val="000066"/>
                </a:solidFill>
                <a:latin typeface="맑은 고딕"/>
                <a:ea typeface="맑은 고딕"/>
              </a:rPr>
              <a:t>설비데이터</a:t>
            </a:r>
            <a:endParaRPr b="0" lang="en-US" sz="900" spc="-1" strike="noStrike">
              <a:solidFill>
                <a:srgbClr val="000000"/>
              </a:solidFill>
              <a:latin typeface="가는각진제목체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0" lang="en-US" sz="900" spc="-1" strike="noStrike">
                <a:solidFill>
                  <a:srgbClr val="000066"/>
                </a:solidFill>
                <a:latin typeface="맑은 고딕"/>
                <a:ea typeface="맑은 고딕"/>
              </a:rPr>
              <a:t>  </a:t>
            </a:r>
            <a:r>
              <a:rPr b="0" lang="en-US" sz="900" spc="-1" strike="noStrike">
                <a:solidFill>
                  <a:srgbClr val="000066"/>
                </a:solidFill>
                <a:latin typeface="맑은 고딕"/>
                <a:ea typeface="맑은 고딕"/>
              </a:rPr>
              <a:t>(</a:t>
            </a:r>
            <a:r>
              <a:rPr b="0" lang="ko-KR" sz="900" spc="-1" strike="noStrike">
                <a:solidFill>
                  <a:srgbClr val="000066"/>
                </a:solidFill>
                <a:latin typeface="맑은 고딕"/>
                <a:ea typeface="맑은 고딕"/>
              </a:rPr>
              <a:t>조건</a:t>
            </a:r>
            <a:r>
              <a:rPr b="0" lang="en-US" sz="900" spc="-1" strike="noStrike">
                <a:solidFill>
                  <a:srgbClr val="000066"/>
                </a:solidFill>
                <a:latin typeface="맑은 고딕"/>
                <a:ea typeface="맑은 고딕"/>
              </a:rPr>
              <a:t>, </a:t>
            </a:r>
            <a:r>
              <a:rPr b="0" lang="ko-KR" sz="900" spc="-1" strike="noStrike">
                <a:solidFill>
                  <a:srgbClr val="000066"/>
                </a:solidFill>
                <a:latin typeface="맑은 고딕"/>
                <a:ea typeface="맑은 고딕"/>
              </a:rPr>
              <a:t>설비상태</a:t>
            </a:r>
            <a:r>
              <a:rPr b="0" lang="en-US" sz="900" spc="-1" strike="noStrike">
                <a:solidFill>
                  <a:srgbClr val="000066"/>
                </a:solidFill>
                <a:latin typeface="맑은 고딕"/>
                <a:ea typeface="맑은 고딕"/>
              </a:rPr>
              <a:t>)</a:t>
            </a:r>
            <a:endParaRPr b="0" lang="en-US" sz="900" spc="-1" strike="noStrike">
              <a:solidFill>
                <a:srgbClr val="000000"/>
              </a:solidFill>
              <a:latin typeface="가는각진제목체"/>
            </a:endParaRPr>
          </a:p>
        </p:txBody>
      </p:sp>
      <p:sp>
        <p:nvSpPr>
          <p:cNvPr id="60" name="Text Box 142"/>
          <p:cNvSpPr/>
          <p:nvPr/>
        </p:nvSpPr>
        <p:spPr>
          <a:xfrm>
            <a:off x="4654440" y="1946160"/>
            <a:ext cx="150192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0" lang="ko-KR" sz="900" spc="-1" strike="noStrike">
                <a:solidFill>
                  <a:srgbClr val="000066"/>
                </a:solidFill>
                <a:latin typeface="맑은 고딕"/>
                <a:ea typeface="맑은 고딕"/>
              </a:rPr>
              <a:t> </a:t>
            </a:r>
            <a:r>
              <a:rPr b="0" lang="en-US" sz="900" spc="-1" strike="noStrike">
                <a:solidFill>
                  <a:srgbClr val="000066"/>
                </a:solidFill>
                <a:latin typeface="맑은 고딕"/>
                <a:ea typeface="맑은 고딕"/>
              </a:rPr>
              <a:t>- </a:t>
            </a:r>
            <a:r>
              <a:rPr b="0" lang="ko-KR" sz="900" spc="-1" strike="noStrike">
                <a:solidFill>
                  <a:srgbClr val="000066"/>
                </a:solidFill>
                <a:latin typeface="맑은 고딕"/>
                <a:ea typeface="맑은 고딕"/>
              </a:rPr>
              <a:t>제조</a:t>
            </a:r>
            <a:r>
              <a:rPr b="0" lang="en-US" sz="900" spc="-1" strike="noStrike">
                <a:solidFill>
                  <a:srgbClr val="000066"/>
                </a:solidFill>
                <a:latin typeface="맑은 고딕"/>
                <a:ea typeface="맑은 고딕"/>
              </a:rPr>
              <a:t>Process</a:t>
            </a:r>
            <a:endParaRPr b="0" lang="en-US" sz="900" spc="-1" strike="noStrike">
              <a:solidFill>
                <a:srgbClr val="000000"/>
              </a:solidFill>
              <a:latin typeface="가는각진제목체"/>
            </a:endParaRPr>
          </a:p>
          <a:p>
            <a:pPr>
              <a:lnSpc>
                <a:spcPct val="100000"/>
              </a:lnSpc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0" lang="en-US" sz="900" spc="-1" strike="noStrike">
                <a:solidFill>
                  <a:srgbClr val="000066"/>
                </a:solidFill>
                <a:latin typeface="맑은 고딕"/>
                <a:ea typeface="맑은 고딕"/>
              </a:rPr>
              <a:t> </a:t>
            </a:r>
            <a:r>
              <a:rPr b="0" lang="en-US" sz="900" spc="-1" strike="noStrike">
                <a:solidFill>
                  <a:srgbClr val="000066"/>
                </a:solidFill>
                <a:latin typeface="맑은 고딕"/>
                <a:ea typeface="맑은 고딕"/>
              </a:rPr>
              <a:t>- </a:t>
            </a:r>
            <a:r>
              <a:rPr b="0" lang="ko-KR" sz="900" spc="-1" strike="noStrike">
                <a:solidFill>
                  <a:srgbClr val="000066"/>
                </a:solidFill>
                <a:latin typeface="맑은 고딕"/>
                <a:ea typeface="맑은 고딕"/>
              </a:rPr>
              <a:t>표준데이터</a:t>
            </a:r>
            <a:endParaRPr b="0" lang="en-US" sz="900" spc="-1" strike="noStrike">
              <a:solidFill>
                <a:srgbClr val="000000"/>
              </a:solidFill>
              <a:latin typeface="가는각진제목체"/>
            </a:endParaRPr>
          </a:p>
        </p:txBody>
      </p:sp>
      <p:cxnSp>
        <p:nvCxnSpPr>
          <p:cNvPr id="61" name="직선 화살표 연결선 33"/>
          <p:cNvCxnSpPr>
            <a:endCxn id="26" idx="3"/>
          </p:cNvCxnSpPr>
          <p:nvPr/>
        </p:nvCxnSpPr>
        <p:spPr>
          <a:xfrm flipH="1">
            <a:off x="2590200" y="5306760"/>
            <a:ext cx="261000" cy="1080"/>
          </a:xfrm>
          <a:prstGeom prst="straightConnector1">
            <a:avLst/>
          </a:prstGeom>
          <a:ln w="6480">
            <a:solidFill>
              <a:srgbClr val="5b9bd5"/>
            </a:solidFill>
            <a:miter/>
            <a:tailEnd len="med" type="triangle" w="med"/>
          </a:ln>
        </p:spPr>
      </p:cxnSp>
      <p:cxnSp>
        <p:nvCxnSpPr>
          <p:cNvPr id="62" name="꺾인 연결선 89"/>
          <p:cNvCxnSpPr/>
          <p:nvPr/>
        </p:nvCxnSpPr>
        <p:spPr>
          <a:xfrm rot="5400000">
            <a:off x="6940440" y="3835800"/>
            <a:ext cx="2185200" cy="2520"/>
          </a:xfrm>
          <a:prstGeom prst="bentConnector3">
            <a:avLst>
              <a:gd name="adj1" fmla="val 49991"/>
            </a:avLst>
          </a:prstGeom>
          <a:ln w="6480">
            <a:solidFill>
              <a:srgbClr val="ff0000"/>
            </a:solidFill>
            <a:miter/>
            <a:tailEnd len="med" type="triangle" w="med"/>
          </a:ln>
        </p:spPr>
      </p:cxnSp>
      <p:cxnSp>
        <p:nvCxnSpPr>
          <p:cNvPr id="63" name="직선 화살표 연결선 35"/>
          <p:cNvCxnSpPr>
            <a:stCxn id="29" idx="1"/>
          </p:cNvCxnSpPr>
          <p:nvPr/>
        </p:nvCxnSpPr>
        <p:spPr>
          <a:xfrm flipH="1">
            <a:off x="4634640" y="5303880"/>
            <a:ext cx="964440" cy="2160"/>
          </a:xfrm>
          <a:prstGeom prst="straightConnector1">
            <a:avLst/>
          </a:prstGeom>
          <a:ln w="6480">
            <a:solidFill>
              <a:srgbClr val="000000"/>
            </a:solidFill>
            <a:prstDash val="dash"/>
            <a:miter/>
            <a:tailEnd len="med" type="triangle" w="med"/>
          </a:ln>
        </p:spPr>
      </p:cxnSp>
      <p:sp>
        <p:nvSpPr>
          <p:cNvPr id="64" name="모서리가 둥근 직사각형 19"/>
          <p:cNvSpPr/>
          <p:nvPr/>
        </p:nvSpPr>
        <p:spPr>
          <a:xfrm>
            <a:off x="7683480" y="5786280"/>
            <a:ext cx="1784520" cy="476280"/>
          </a:xfrm>
          <a:prstGeom prst="roundRect">
            <a:avLst>
              <a:gd name="adj" fmla="val 16667"/>
            </a:avLst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ko-KR" sz="1400" spc="-1" strike="noStrike">
                <a:solidFill>
                  <a:srgbClr val="7030a0"/>
                </a:solidFill>
                <a:latin typeface="맑은 고딕"/>
                <a:ea typeface="맑은 고딕"/>
              </a:rPr>
              <a:t>설비자동화 및 </a:t>
            </a:r>
            <a:r>
              <a:rPr b="1" lang="en-US" sz="1400" spc="-1" strike="noStrike">
                <a:solidFill>
                  <a:srgbClr val="7030a0"/>
                </a:solidFill>
                <a:latin typeface="맑은 고딕"/>
                <a:ea typeface="맑은 고딕"/>
              </a:rPr>
              <a:t>simulation </a:t>
            </a:r>
            <a:r>
              <a:rPr b="1" lang="ko-KR" sz="1400" spc="-1" strike="noStrike">
                <a:solidFill>
                  <a:srgbClr val="7030a0"/>
                </a:solidFill>
                <a:latin typeface="맑은 고딕"/>
                <a:ea typeface="맑은 고딕"/>
              </a:rPr>
              <a:t>솔루션</a:t>
            </a:r>
            <a:endParaRPr b="0" lang="en-US" sz="1400" spc="-1" strike="noStrike">
              <a:solidFill>
                <a:srgbClr val="000000"/>
              </a:solidFill>
              <a:latin typeface="가는각진제목체"/>
            </a:endParaRPr>
          </a:p>
        </p:txBody>
      </p:sp>
      <p:sp>
        <p:nvSpPr>
          <p:cNvPr id="65" name="Text Box 142"/>
          <p:cNvSpPr/>
          <p:nvPr/>
        </p:nvSpPr>
        <p:spPr>
          <a:xfrm>
            <a:off x="8280360" y="3879720"/>
            <a:ext cx="11066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0" lang="ko-KR" sz="900" spc="-1" strike="noStrike">
                <a:solidFill>
                  <a:srgbClr val="000066"/>
                </a:solidFill>
                <a:latin typeface="맑은 고딕"/>
                <a:ea typeface="맑은 고딕"/>
              </a:rPr>
              <a:t>설비 양방향 통신</a:t>
            </a:r>
            <a:endParaRPr b="0" lang="en-US" sz="900" spc="-1" strike="noStrike">
              <a:solidFill>
                <a:srgbClr val="000000"/>
              </a:solidFill>
              <a:latin typeface="가는각진제목체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0" lang="ko-KR" sz="900" spc="-1" strike="noStrike">
                <a:solidFill>
                  <a:srgbClr val="000066"/>
                </a:solidFill>
                <a:latin typeface="맑은 고딕"/>
                <a:ea typeface="맑은 고딕"/>
              </a:rPr>
              <a:t>로봇</a:t>
            </a:r>
            <a:r>
              <a:rPr b="0" lang="en-US" sz="900" spc="-1" strike="noStrike">
                <a:solidFill>
                  <a:srgbClr val="000066"/>
                </a:solidFill>
                <a:latin typeface="맑은 고딕"/>
                <a:ea typeface="맑은 고딕"/>
              </a:rPr>
              <a:t>, </a:t>
            </a:r>
            <a:r>
              <a:rPr b="0" lang="ko-KR" sz="900" spc="-1" strike="noStrike">
                <a:solidFill>
                  <a:srgbClr val="000066"/>
                </a:solidFill>
                <a:latin typeface="맑은 고딕"/>
                <a:ea typeface="맑은 고딕"/>
              </a:rPr>
              <a:t>자동화</a:t>
            </a:r>
            <a:endParaRPr b="0" lang="en-US" sz="900" spc="-1" strike="noStrike">
              <a:solidFill>
                <a:srgbClr val="000000"/>
              </a:solidFill>
              <a:latin typeface="가는각진제목체"/>
            </a:endParaRPr>
          </a:p>
        </p:txBody>
      </p:sp>
      <p:cxnSp>
        <p:nvCxnSpPr>
          <p:cNvPr id="66" name="직선 화살표 연결선 38"/>
          <p:cNvCxnSpPr/>
          <p:nvPr/>
        </p:nvCxnSpPr>
        <p:spPr>
          <a:xfrm flipV="1">
            <a:off x="4651200" y="2305800"/>
            <a:ext cx="958320" cy="3960"/>
          </a:xfrm>
          <a:prstGeom prst="straightConnector1">
            <a:avLst/>
          </a:prstGeom>
          <a:ln w="6480">
            <a:solidFill>
              <a:srgbClr val="5b9bd5"/>
            </a:solidFill>
            <a:miter/>
            <a:tailEnd len="med" type="triangle" w="med"/>
          </a:ln>
        </p:spPr>
      </p:cxnSp>
      <p:sp>
        <p:nvSpPr>
          <p:cNvPr id="67" name="Text Box 142"/>
          <p:cNvSpPr/>
          <p:nvPr/>
        </p:nvSpPr>
        <p:spPr>
          <a:xfrm>
            <a:off x="6405480" y="4687920"/>
            <a:ext cx="1739880" cy="23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2960"/>
                <a:tab algn="l" pos="1825560"/>
                <a:tab algn="l" pos="2738520"/>
                <a:tab algn="l" pos="3651120"/>
                <a:tab algn="l" pos="4564080"/>
                <a:tab algn="l" pos="5477040"/>
                <a:tab algn="l" pos="6389640"/>
                <a:tab algn="l" pos="7302600"/>
                <a:tab algn="l" pos="8215200"/>
                <a:tab algn="l" pos="9128160"/>
                <a:tab algn="l" pos="10040760"/>
                <a:tab algn="l" pos="10953720"/>
              </a:tabLst>
            </a:pPr>
            <a:r>
              <a:rPr b="0" lang="ko-KR" sz="900" spc="-1" strike="noStrike">
                <a:solidFill>
                  <a:srgbClr val="000066"/>
                </a:solidFill>
                <a:latin typeface="맑은 고딕"/>
                <a:ea typeface="맑은 고딕"/>
              </a:rPr>
              <a:t>설비 제어 </a:t>
            </a:r>
            <a:r>
              <a:rPr b="0" lang="en-US" sz="900" spc="-1" strike="noStrike">
                <a:solidFill>
                  <a:srgbClr val="000066"/>
                </a:solidFill>
                <a:latin typeface="맑은 고딕"/>
                <a:ea typeface="맑은 고딕"/>
              </a:rPr>
              <a:t>&amp; Simulation </a:t>
            </a:r>
            <a:r>
              <a:rPr b="0" lang="ko-KR" sz="900" spc="-1" strike="noStrike">
                <a:solidFill>
                  <a:srgbClr val="000066"/>
                </a:solidFill>
                <a:latin typeface="맑은 고딕"/>
                <a:ea typeface="맑은 고딕"/>
              </a:rPr>
              <a:t>기술</a:t>
            </a:r>
            <a:endParaRPr b="0" lang="en-US" sz="900" spc="-1" strike="noStrike">
              <a:solidFill>
                <a:srgbClr val="000000"/>
              </a:solidFill>
              <a:latin typeface="가는각진제목체"/>
            </a:endParaRPr>
          </a:p>
        </p:txBody>
      </p:sp>
      <p:grpSp>
        <p:nvGrpSpPr>
          <p:cNvPr id="68" name="모서리가 둥근 직사각형 150"/>
          <p:cNvGrpSpPr/>
          <p:nvPr/>
        </p:nvGrpSpPr>
        <p:grpSpPr>
          <a:xfrm>
            <a:off x="7358040" y="4919760"/>
            <a:ext cx="1792440" cy="822240"/>
            <a:chOff x="7358040" y="4919760"/>
            <a:chExt cx="1792440" cy="822240"/>
          </a:xfrm>
        </p:grpSpPr>
        <p:pic>
          <p:nvPicPr>
            <p:cNvPr id="69" name="모서리가 둥근 직사각형 150" descr=""/>
            <p:cNvPicPr/>
            <p:nvPr/>
          </p:nvPicPr>
          <p:blipFill>
            <a:blip r:embed="rId16"/>
            <a:stretch/>
          </p:blipFill>
          <p:spPr>
            <a:xfrm>
              <a:off x="7358040" y="4919760"/>
              <a:ext cx="1792440" cy="8222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70" name=""/>
            <p:cNvSpPr/>
            <p:nvPr/>
          </p:nvSpPr>
          <p:spPr>
            <a:xfrm>
              <a:off x="7367760" y="4927680"/>
              <a:ext cx="1768320" cy="7984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>
              <a:noAutofit/>
            </a:bodyPr>
            <a:p>
              <a:pPr algn="ctr">
                <a:lnSpc>
                  <a:spcPct val="120000"/>
                </a:lnSpc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endParaRPr b="0" lang="en-US" sz="1200" spc="-1" strike="noStrike">
                <a:solidFill>
                  <a:srgbClr val="000000"/>
                </a:solidFill>
                <a:latin typeface="가는각진제목체"/>
              </a:endParaRPr>
            </a:p>
          </p:txBody>
        </p:sp>
      </p:grpSp>
      <p:pic>
        <p:nvPicPr>
          <p:cNvPr id="71" name="그림 41" descr=""/>
          <p:cNvPicPr/>
          <p:nvPr/>
        </p:nvPicPr>
        <p:blipFill>
          <a:blip r:embed="rId17"/>
          <a:stretch/>
        </p:blipFill>
        <p:spPr>
          <a:xfrm>
            <a:off x="7431120" y="5041800"/>
            <a:ext cx="555480" cy="608040"/>
          </a:xfrm>
          <a:prstGeom prst="rect">
            <a:avLst/>
          </a:prstGeom>
          <a:ln w="0">
            <a:noFill/>
          </a:ln>
        </p:spPr>
      </p:pic>
      <p:pic>
        <p:nvPicPr>
          <p:cNvPr id="72" name="그림 42" descr=""/>
          <p:cNvPicPr/>
          <p:nvPr/>
        </p:nvPicPr>
        <p:blipFill>
          <a:blip r:embed="rId18"/>
          <a:stretch/>
        </p:blipFill>
        <p:spPr>
          <a:xfrm>
            <a:off x="8034480" y="5086440"/>
            <a:ext cx="411120" cy="523800"/>
          </a:xfrm>
          <a:prstGeom prst="rect">
            <a:avLst/>
          </a:prstGeom>
          <a:ln w="0">
            <a:noFill/>
          </a:ln>
        </p:spPr>
      </p:pic>
      <p:pic>
        <p:nvPicPr>
          <p:cNvPr id="73" name="그림 43" descr=""/>
          <p:cNvPicPr/>
          <p:nvPr/>
        </p:nvPicPr>
        <p:blipFill>
          <a:blip r:embed="rId19"/>
          <a:stretch/>
        </p:blipFill>
        <p:spPr>
          <a:xfrm>
            <a:off x="8516880" y="5132520"/>
            <a:ext cx="538200" cy="426960"/>
          </a:xfrm>
          <a:prstGeom prst="rect">
            <a:avLst/>
          </a:prstGeom>
          <a:ln w="0">
            <a:noFill/>
          </a:ln>
        </p:spPr>
      </p:pic>
      <p:cxnSp>
        <p:nvCxnSpPr>
          <p:cNvPr id="74" name="직선 화살표 연결선 44"/>
          <p:cNvCxnSpPr>
            <a:stCxn id="27" idx="3"/>
          </p:cNvCxnSpPr>
          <p:nvPr/>
        </p:nvCxnSpPr>
        <p:spPr>
          <a:xfrm>
            <a:off x="2590560" y="2309400"/>
            <a:ext cx="276840" cy="1080"/>
          </a:xfrm>
          <a:prstGeom prst="straightConnector1">
            <a:avLst/>
          </a:prstGeom>
          <a:ln w="6480">
            <a:solidFill>
              <a:srgbClr val="5b9bd5"/>
            </a:solidFill>
            <a:miter/>
            <a:tailEnd len="med" type="triangle" w="med"/>
          </a:ln>
        </p:spPr>
      </p:cxnSp>
      <p:cxnSp>
        <p:nvCxnSpPr>
          <p:cNvPr id="75" name="직선 화살표 연결선 45"/>
          <p:cNvCxnSpPr>
            <a:stCxn id="28" idx="3"/>
          </p:cNvCxnSpPr>
          <p:nvPr/>
        </p:nvCxnSpPr>
        <p:spPr>
          <a:xfrm>
            <a:off x="7102080" y="2329920"/>
            <a:ext cx="259560" cy="1080"/>
          </a:xfrm>
          <a:prstGeom prst="straightConnector1">
            <a:avLst/>
          </a:prstGeom>
          <a:ln w="6480">
            <a:solidFill>
              <a:srgbClr val="5b9bd5"/>
            </a:solidFill>
            <a:miter/>
            <a:tailEnd len="med" type="triangle" w="med"/>
          </a:ln>
        </p:spPr>
      </p:cxnSp>
      <p:cxnSp>
        <p:nvCxnSpPr>
          <p:cNvPr id="76" name="직선 화살표 연결선 46"/>
          <p:cNvCxnSpPr>
            <a:endCxn id="29" idx="3"/>
          </p:cNvCxnSpPr>
          <p:nvPr/>
        </p:nvCxnSpPr>
        <p:spPr>
          <a:xfrm flipH="1">
            <a:off x="7111800" y="5303520"/>
            <a:ext cx="257760" cy="1080"/>
          </a:xfrm>
          <a:prstGeom prst="straightConnector1">
            <a:avLst/>
          </a:prstGeom>
          <a:ln w="6480">
            <a:solidFill>
              <a:srgbClr val="5b9bd5"/>
            </a:solidFill>
            <a:miter/>
            <a:tailEnd len="med" type="triangle" w="med"/>
          </a:ln>
        </p:spPr>
      </p:cxnSp>
      <p:sp>
        <p:nvSpPr>
          <p:cNvPr id="77" name="Text Box 142"/>
          <p:cNvSpPr/>
          <p:nvPr/>
        </p:nvSpPr>
        <p:spPr>
          <a:xfrm>
            <a:off x="1122480" y="5697360"/>
            <a:ext cx="3390840" cy="32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t">
            <a:spAutoFit/>
          </a:bodyPr>
          <a:p>
            <a:pPr marL="171360" indent="-171360" algn="ctr">
              <a:lnSpc>
                <a:spcPct val="150000"/>
              </a:lnSpc>
              <a:buClr>
                <a:srgbClr val="ff0000"/>
              </a:buClr>
              <a:buFont typeface="Arial"/>
              <a:buChar char="•"/>
              <a:tabLst>
                <a:tab algn="l" pos="743040"/>
                <a:tab algn="l" pos="1486080"/>
                <a:tab algn="l" pos="2228760"/>
                <a:tab algn="l" pos="2971800"/>
                <a:tab algn="l" pos="3714840"/>
                <a:tab algn="l" pos="4457880"/>
                <a:tab algn="l" pos="5200560"/>
                <a:tab algn="l" pos="5943600"/>
                <a:tab algn="l" pos="6686640"/>
                <a:tab algn="l" pos="7429680"/>
                <a:tab algn="l" pos="8172360"/>
                <a:tab algn="l" pos="8915400"/>
                <a:tab algn="l" pos="9658440"/>
                <a:tab algn="l" pos="10401480"/>
              </a:tabLst>
            </a:pPr>
            <a:r>
              <a:rPr b="0" lang="ko-KR" sz="1000" spc="-1" strike="noStrike">
                <a:solidFill>
                  <a:srgbClr val="ff0000"/>
                </a:solidFill>
                <a:latin typeface="맑은 고딕"/>
                <a:ea typeface="맑은 고딕"/>
              </a:rPr>
              <a:t>수기기록</a:t>
            </a:r>
            <a:r>
              <a:rPr b="0" lang="en-US" sz="1000" spc="-1" strike="noStrike">
                <a:solidFill>
                  <a:srgbClr val="ff0000"/>
                </a:solidFill>
                <a:latin typeface="맑은 고딕"/>
                <a:ea typeface="맑은 고딕"/>
              </a:rPr>
              <a:t> </a:t>
            </a:r>
            <a:r>
              <a:rPr b="0" lang="en-US" sz="1000" spc="-1" strike="noStrike">
                <a:solidFill>
                  <a:srgbClr val="ff0000"/>
                </a:solidFill>
                <a:latin typeface="Wingdings"/>
                <a:ea typeface="Wingdings"/>
              </a:rPr>
              <a:t></a:t>
            </a:r>
            <a:r>
              <a:rPr b="0" lang="en-US" sz="1000" spc="-1" strike="noStrike">
                <a:solidFill>
                  <a:srgbClr val="ff0000"/>
                </a:solidFill>
                <a:latin typeface="맑은 고딕"/>
                <a:ea typeface="맑은 고딕"/>
              </a:rPr>
              <a:t> </a:t>
            </a:r>
            <a:r>
              <a:rPr b="0" lang="en-US" sz="1000" spc="-1" strike="noStrike">
                <a:solidFill>
                  <a:srgbClr val="ff0000"/>
                </a:solidFill>
                <a:latin typeface="맑은 고딕"/>
                <a:ea typeface="맑은 고딕"/>
              </a:rPr>
              <a:t>ICT</a:t>
            </a:r>
            <a:r>
              <a:rPr b="0" lang="ko-KR" sz="1000" spc="-1" strike="noStrike">
                <a:solidFill>
                  <a:srgbClr val="ff0000"/>
                </a:solidFill>
                <a:latin typeface="맑은 고딕"/>
                <a:ea typeface="맑은 고딕"/>
              </a:rPr>
              <a:t>장비 입력 </a:t>
            </a:r>
            <a:r>
              <a:rPr b="0" lang="ko-KR" sz="1000" spc="-1" strike="noStrike">
                <a:solidFill>
                  <a:srgbClr val="ff0000"/>
                </a:solidFill>
                <a:latin typeface="Wingdings"/>
                <a:ea typeface="Wingdings"/>
              </a:rPr>
              <a:t></a:t>
            </a:r>
            <a:r>
              <a:rPr b="0" lang="en-US" sz="1000" spc="-1" strike="noStrike">
                <a:solidFill>
                  <a:srgbClr val="ff0000"/>
                </a:solidFill>
                <a:latin typeface="맑은 고딕"/>
                <a:ea typeface="맑은 고딕"/>
              </a:rPr>
              <a:t> </a:t>
            </a:r>
            <a:r>
              <a:rPr b="0" lang="en-US" sz="1000" spc="-1" strike="noStrike">
                <a:solidFill>
                  <a:srgbClr val="ff0000"/>
                </a:solidFill>
                <a:latin typeface="맑은 고딕"/>
                <a:ea typeface="맑은 고딕"/>
              </a:rPr>
              <a:t>PLC</a:t>
            </a:r>
            <a:r>
              <a:rPr b="0" lang="ko-KR" sz="1000" spc="-1" strike="noStrike">
                <a:solidFill>
                  <a:srgbClr val="ff0000"/>
                </a:solidFill>
                <a:latin typeface="맑은 고딕"/>
                <a:ea typeface="맑은 고딕"/>
              </a:rPr>
              <a:t>등 자동화 수집</a:t>
            </a:r>
            <a:endParaRPr b="0" lang="en-US" sz="1000" spc="-1" strike="noStrike">
              <a:solidFill>
                <a:srgbClr val="000000"/>
              </a:solidFill>
              <a:latin typeface="가는각진제목체"/>
            </a:endParaRPr>
          </a:p>
        </p:txBody>
      </p:sp>
      <p:sp>
        <p:nvSpPr>
          <p:cNvPr id="78" name="Text Box 142"/>
          <p:cNvSpPr/>
          <p:nvPr/>
        </p:nvSpPr>
        <p:spPr>
          <a:xfrm>
            <a:off x="2833560" y="2727360"/>
            <a:ext cx="2274840" cy="116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t">
            <a:spAutoFit/>
          </a:bodyPr>
          <a:p>
            <a:pPr>
              <a:lnSpc>
                <a:spcPct val="150000"/>
              </a:lnSpc>
              <a:tabLst>
                <a:tab algn="l" pos="0"/>
                <a:tab algn="l" pos="743040"/>
                <a:tab algn="l" pos="1486080"/>
                <a:tab algn="l" pos="2228760"/>
                <a:tab algn="l" pos="2971800"/>
                <a:tab algn="l" pos="3714840"/>
                <a:tab algn="l" pos="4457880"/>
                <a:tab algn="l" pos="5200560"/>
                <a:tab algn="l" pos="5943600"/>
                <a:tab algn="l" pos="6686640"/>
                <a:tab algn="l" pos="7429680"/>
                <a:tab algn="l" pos="8172360"/>
                <a:tab algn="l" pos="8915400"/>
                <a:tab algn="l" pos="9658440"/>
                <a:tab algn="l" pos="10401480"/>
              </a:tabLst>
            </a:pPr>
            <a:endParaRPr b="0" lang="en-US" sz="1000" spc="-1" strike="noStrike">
              <a:solidFill>
                <a:srgbClr val="000000"/>
              </a:solidFill>
              <a:latin typeface="가는각진제목체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Font typeface="Arial"/>
              <a:buChar char="•"/>
              <a:tabLst>
                <a:tab algn="l" pos="743040"/>
                <a:tab algn="l" pos="1486080"/>
                <a:tab algn="l" pos="2228760"/>
                <a:tab algn="l" pos="2971800"/>
                <a:tab algn="l" pos="3714840"/>
                <a:tab algn="l" pos="4457880"/>
                <a:tab algn="l" pos="5200560"/>
                <a:tab algn="l" pos="5943600"/>
                <a:tab algn="l" pos="6686640"/>
                <a:tab algn="l" pos="7429680"/>
                <a:tab algn="l" pos="8172360"/>
                <a:tab algn="l" pos="8915400"/>
                <a:tab algn="l" pos="9658440"/>
                <a:tab algn="l" pos="10401480"/>
              </a:tabLst>
            </a:pPr>
            <a:r>
              <a:rPr b="0" lang="ko-KR" sz="10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전사기업 운영의 </a:t>
            </a:r>
            <a:r>
              <a:rPr b="0" lang="en-US" sz="10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ERP</a:t>
            </a:r>
            <a:r>
              <a:rPr b="0" lang="ko-KR" sz="10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시스템</a:t>
            </a:r>
            <a:endParaRPr b="0" lang="en-US" sz="1000" spc="-1" strike="noStrike">
              <a:solidFill>
                <a:srgbClr val="000000"/>
              </a:solidFill>
              <a:latin typeface="가는각진제목체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Font typeface="Arial"/>
              <a:buChar char="•"/>
              <a:tabLst>
                <a:tab algn="l" pos="743040"/>
                <a:tab algn="l" pos="1486080"/>
                <a:tab algn="l" pos="2228760"/>
                <a:tab algn="l" pos="2971800"/>
                <a:tab algn="l" pos="3714840"/>
                <a:tab algn="l" pos="4457880"/>
                <a:tab algn="l" pos="5200560"/>
                <a:tab algn="l" pos="5943600"/>
                <a:tab algn="l" pos="6686640"/>
                <a:tab algn="l" pos="7429680"/>
                <a:tab algn="l" pos="8172360"/>
                <a:tab algn="l" pos="8915400"/>
                <a:tab algn="l" pos="9658440"/>
                <a:tab algn="l" pos="10401480"/>
              </a:tabLst>
            </a:pPr>
            <a:r>
              <a:rPr b="0" lang="ko-KR" sz="10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협력사 연동 </a:t>
            </a:r>
            <a:r>
              <a:rPr b="0" lang="en-US" sz="10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SCM</a:t>
            </a:r>
            <a:r>
              <a:rPr b="0" lang="ko-KR" sz="10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시스템</a:t>
            </a:r>
            <a:endParaRPr b="0" lang="en-US" sz="1000" spc="-1" strike="noStrike">
              <a:solidFill>
                <a:srgbClr val="000000"/>
              </a:solidFill>
              <a:latin typeface="가는각진제목체"/>
            </a:endParaRPr>
          </a:p>
          <a:p>
            <a:pPr>
              <a:lnSpc>
                <a:spcPct val="150000"/>
              </a:lnSpc>
              <a:buClr>
                <a:srgbClr val="000000"/>
              </a:buClr>
              <a:buFont typeface="Arial"/>
              <a:buChar char="•"/>
              <a:tabLst>
                <a:tab algn="l" pos="743040"/>
                <a:tab algn="l" pos="1486080"/>
                <a:tab algn="l" pos="2228760"/>
                <a:tab algn="l" pos="2971800"/>
                <a:tab algn="l" pos="3714840"/>
                <a:tab algn="l" pos="4457880"/>
                <a:tab algn="l" pos="5200560"/>
                <a:tab algn="l" pos="5943600"/>
                <a:tab algn="l" pos="6686640"/>
                <a:tab algn="l" pos="7429680"/>
                <a:tab algn="l" pos="8172360"/>
                <a:tab algn="l" pos="8915400"/>
                <a:tab algn="l" pos="9658440"/>
                <a:tab algn="l" pos="10401480"/>
              </a:tabLst>
            </a:pPr>
            <a:r>
              <a:rPr b="0" lang="ko-KR" sz="10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설계부문의 </a:t>
            </a:r>
            <a:r>
              <a:rPr b="0" lang="en-US" sz="10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PLM</a:t>
            </a:r>
            <a:r>
              <a:rPr b="0" lang="ko-KR" sz="10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시스템</a:t>
            </a:r>
            <a:endParaRPr b="0" lang="en-US" sz="1000" spc="-1" strike="noStrike">
              <a:solidFill>
                <a:srgbClr val="000000"/>
              </a:solidFill>
              <a:latin typeface="가는각진제목체"/>
            </a:endParaRPr>
          </a:p>
          <a:p>
            <a:pPr>
              <a:lnSpc>
                <a:spcPct val="150000"/>
              </a:lnSpc>
              <a:buClr>
                <a:srgbClr val="ff0000"/>
              </a:buClr>
              <a:buFont typeface="Arial"/>
              <a:buChar char="•"/>
              <a:tabLst>
                <a:tab algn="l" pos="743040"/>
                <a:tab algn="l" pos="1486080"/>
                <a:tab algn="l" pos="2228760"/>
                <a:tab algn="l" pos="2971800"/>
                <a:tab algn="l" pos="3714840"/>
                <a:tab algn="l" pos="4457880"/>
                <a:tab algn="l" pos="5200560"/>
                <a:tab algn="l" pos="5943600"/>
                <a:tab algn="l" pos="6686640"/>
                <a:tab algn="l" pos="7429680"/>
                <a:tab algn="l" pos="8172360"/>
                <a:tab algn="l" pos="8915400"/>
                <a:tab algn="l" pos="9658440"/>
                <a:tab algn="l" pos="10401480"/>
              </a:tabLst>
            </a:pPr>
            <a:r>
              <a:rPr b="0" lang="ko-KR" sz="1000" spc="-1" strike="noStrike">
                <a:solidFill>
                  <a:srgbClr val="ff0000"/>
                </a:solidFill>
                <a:latin typeface="맑은 고딕"/>
                <a:ea typeface="맑은 고딕"/>
              </a:rPr>
              <a:t>제조현장 중심의 </a:t>
            </a:r>
            <a:r>
              <a:rPr b="0" lang="en-US" sz="1000" spc="-1" strike="noStrike">
                <a:solidFill>
                  <a:srgbClr val="ff0000"/>
                </a:solidFill>
                <a:latin typeface="맑은 고딕"/>
                <a:ea typeface="맑은 고딕"/>
              </a:rPr>
              <a:t>MES </a:t>
            </a:r>
            <a:r>
              <a:rPr b="0" lang="ko-KR" sz="1000" spc="-1" strike="noStrike">
                <a:solidFill>
                  <a:srgbClr val="ff0000"/>
                </a:solidFill>
                <a:latin typeface="맑은 고딕"/>
                <a:ea typeface="맑은 고딕"/>
              </a:rPr>
              <a:t>시스템</a:t>
            </a:r>
            <a:r>
              <a:rPr b="0" lang="en-US" sz="1000" spc="-1" strike="noStrike">
                <a:solidFill>
                  <a:srgbClr val="ff0000"/>
                </a:solidFill>
                <a:latin typeface="맑은 고딕"/>
                <a:ea typeface="맑은 고딕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가는각진제목체"/>
            </a:endParaRPr>
          </a:p>
        </p:txBody>
      </p:sp>
      <p:sp>
        <p:nvSpPr>
          <p:cNvPr id="79" name="Text Box 142"/>
          <p:cNvSpPr/>
          <p:nvPr/>
        </p:nvSpPr>
        <p:spPr>
          <a:xfrm>
            <a:off x="5608800" y="2709720"/>
            <a:ext cx="2425680" cy="146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t">
            <a:spAutoFit/>
          </a:bodyPr>
          <a:p>
            <a:pPr marL="171360" indent="-171360">
              <a:lnSpc>
                <a:spcPct val="150000"/>
              </a:lnSpc>
              <a:buClr>
                <a:srgbClr val="ff0000"/>
              </a:buClr>
              <a:buFont typeface="Arial"/>
              <a:buChar char="•"/>
              <a:tabLst>
                <a:tab algn="l" pos="743040"/>
                <a:tab algn="l" pos="1486080"/>
                <a:tab algn="l" pos="2228760"/>
                <a:tab algn="l" pos="2971800"/>
                <a:tab algn="l" pos="3714840"/>
                <a:tab algn="l" pos="4457880"/>
                <a:tab algn="l" pos="5200560"/>
                <a:tab algn="l" pos="5943600"/>
                <a:tab algn="l" pos="6686640"/>
                <a:tab algn="l" pos="7429680"/>
                <a:tab algn="l" pos="8172360"/>
                <a:tab algn="l" pos="8915400"/>
                <a:tab algn="l" pos="9658440"/>
                <a:tab algn="l" pos="10401480"/>
              </a:tabLst>
            </a:pPr>
            <a:r>
              <a:rPr b="0" lang="ko-KR" sz="1000" spc="-1" strike="noStrike">
                <a:solidFill>
                  <a:srgbClr val="ff0000"/>
                </a:solidFill>
                <a:latin typeface="맑은 고딕"/>
                <a:ea typeface="맑은 고딕"/>
              </a:rPr>
              <a:t>계획부문 </a:t>
            </a:r>
            <a:r>
              <a:rPr b="0" lang="en-US" sz="1000" spc="-1" strike="noStrike">
                <a:solidFill>
                  <a:srgbClr val="ff0000"/>
                </a:solidFill>
                <a:latin typeface="맑은 고딕"/>
                <a:ea typeface="맑은 고딕"/>
              </a:rPr>
              <a:t>APS </a:t>
            </a:r>
            <a:r>
              <a:rPr b="0" lang="ko-KR" sz="1000" spc="-1" strike="noStrike">
                <a:solidFill>
                  <a:srgbClr val="ff0000"/>
                </a:solidFill>
                <a:latin typeface="맑은 고딕"/>
                <a:ea typeface="맑은 고딕"/>
              </a:rPr>
              <a:t>시스템</a:t>
            </a:r>
            <a:endParaRPr b="0" lang="en-US" sz="1000" spc="-1" strike="noStrike">
              <a:solidFill>
                <a:srgbClr val="000000"/>
              </a:solidFill>
              <a:latin typeface="가는각진제목체"/>
            </a:endParaRPr>
          </a:p>
          <a:p>
            <a:pPr marL="171360" indent="-171360">
              <a:lnSpc>
                <a:spcPct val="150000"/>
              </a:lnSpc>
              <a:buClr>
                <a:srgbClr val="ff0000"/>
              </a:buClr>
              <a:buFont typeface="Arial"/>
              <a:buChar char="•"/>
              <a:tabLst>
                <a:tab algn="l" pos="743040"/>
                <a:tab algn="l" pos="1486080"/>
                <a:tab algn="l" pos="2228760"/>
                <a:tab algn="l" pos="2971800"/>
                <a:tab algn="l" pos="3714840"/>
                <a:tab algn="l" pos="4457880"/>
                <a:tab algn="l" pos="5200560"/>
                <a:tab algn="l" pos="5943600"/>
                <a:tab algn="l" pos="6686640"/>
                <a:tab algn="l" pos="7429680"/>
                <a:tab algn="l" pos="8172360"/>
                <a:tab algn="l" pos="8915400"/>
                <a:tab algn="l" pos="9658440"/>
                <a:tab algn="l" pos="10401480"/>
              </a:tabLst>
            </a:pPr>
            <a:r>
              <a:rPr b="0" lang="en-US" sz="1000" spc="-1" strike="noStrike">
                <a:solidFill>
                  <a:srgbClr val="ff0000"/>
                </a:solidFill>
                <a:latin typeface="맑은 고딕"/>
                <a:ea typeface="맑은 고딕"/>
              </a:rPr>
              <a:t>CPS , Digital Twin</a:t>
            </a:r>
            <a:endParaRPr b="0" lang="en-US" sz="1000" spc="-1" strike="noStrike">
              <a:solidFill>
                <a:srgbClr val="000000"/>
              </a:solidFill>
              <a:latin typeface="가는각진제목체"/>
            </a:endParaRPr>
          </a:p>
          <a:p>
            <a:pPr marL="171360" indent="-171360">
              <a:lnSpc>
                <a:spcPct val="150000"/>
              </a:lnSpc>
              <a:buClr>
                <a:srgbClr val="00b050"/>
              </a:buClr>
              <a:buFont typeface="Arial"/>
              <a:buChar char="•"/>
              <a:tabLst>
                <a:tab algn="l" pos="743040"/>
                <a:tab algn="l" pos="1486080"/>
                <a:tab algn="l" pos="2228760"/>
                <a:tab algn="l" pos="2971800"/>
                <a:tab algn="l" pos="3714840"/>
                <a:tab algn="l" pos="4457880"/>
                <a:tab algn="l" pos="5200560"/>
                <a:tab algn="l" pos="5943600"/>
                <a:tab algn="l" pos="6686640"/>
                <a:tab algn="l" pos="7429680"/>
                <a:tab algn="l" pos="8172360"/>
                <a:tab algn="l" pos="8915400"/>
                <a:tab algn="l" pos="9658440"/>
                <a:tab algn="l" pos="10401480"/>
              </a:tabLst>
            </a:pPr>
            <a:r>
              <a:rPr b="0" lang="ko-KR" sz="1000" spc="-1" strike="noStrike">
                <a:solidFill>
                  <a:srgbClr val="00b050"/>
                </a:solidFill>
                <a:latin typeface="맑은 고딕"/>
                <a:ea typeface="맑은 고딕"/>
              </a:rPr>
              <a:t>품질불량예측시스템</a:t>
            </a:r>
            <a:endParaRPr b="0" lang="en-US" sz="1000" spc="-1" strike="noStrike">
              <a:solidFill>
                <a:srgbClr val="000000"/>
              </a:solidFill>
              <a:latin typeface="가는각진제목체"/>
            </a:endParaRPr>
          </a:p>
          <a:p>
            <a:pPr marL="171360" indent="-171360">
              <a:lnSpc>
                <a:spcPct val="150000"/>
              </a:lnSpc>
              <a:buClr>
                <a:srgbClr val="00b050"/>
              </a:buClr>
              <a:buFont typeface="Arial"/>
              <a:buChar char="•"/>
              <a:tabLst>
                <a:tab algn="l" pos="743040"/>
                <a:tab algn="l" pos="1486080"/>
                <a:tab algn="l" pos="2228760"/>
                <a:tab algn="l" pos="2971800"/>
                <a:tab algn="l" pos="3714840"/>
                <a:tab algn="l" pos="4457880"/>
                <a:tab algn="l" pos="5200560"/>
                <a:tab algn="l" pos="5943600"/>
                <a:tab algn="l" pos="6686640"/>
                <a:tab algn="l" pos="7429680"/>
                <a:tab algn="l" pos="8172360"/>
                <a:tab algn="l" pos="8915400"/>
                <a:tab algn="l" pos="9658440"/>
                <a:tab algn="l" pos="10401480"/>
              </a:tabLst>
            </a:pPr>
            <a:r>
              <a:rPr b="0" lang="ko-KR" sz="1000" spc="-1" strike="noStrike">
                <a:solidFill>
                  <a:srgbClr val="00b050"/>
                </a:solidFill>
                <a:latin typeface="맑은 고딕"/>
                <a:ea typeface="맑은 고딕"/>
              </a:rPr>
              <a:t>설비고장예측시스템</a:t>
            </a:r>
            <a:endParaRPr b="0" lang="en-US" sz="1000" spc="-1" strike="noStrike">
              <a:solidFill>
                <a:srgbClr val="000000"/>
              </a:solidFill>
              <a:latin typeface="가는각진제목체"/>
            </a:endParaRPr>
          </a:p>
          <a:p>
            <a:pPr marL="171360" indent="-171360">
              <a:lnSpc>
                <a:spcPct val="150000"/>
              </a:lnSpc>
              <a:buClr>
                <a:srgbClr val="ff0000"/>
              </a:buClr>
              <a:buFont typeface="Arial"/>
              <a:buChar char="•"/>
              <a:tabLst>
                <a:tab algn="l" pos="743040"/>
                <a:tab algn="l" pos="1486080"/>
                <a:tab algn="l" pos="2228760"/>
                <a:tab algn="l" pos="2971800"/>
                <a:tab algn="l" pos="3714840"/>
                <a:tab algn="l" pos="4457880"/>
                <a:tab algn="l" pos="5200560"/>
                <a:tab algn="l" pos="5943600"/>
                <a:tab algn="l" pos="6686640"/>
                <a:tab algn="l" pos="7429680"/>
                <a:tab algn="l" pos="8172360"/>
                <a:tab algn="l" pos="8915400"/>
                <a:tab algn="l" pos="9658440"/>
                <a:tab algn="l" pos="10401480"/>
              </a:tabLst>
            </a:pPr>
            <a:r>
              <a:rPr b="0" lang="ko-KR" sz="1000" spc="-1" strike="noStrike">
                <a:solidFill>
                  <a:srgbClr val="ff0000"/>
                </a:solidFill>
                <a:latin typeface="맑은 고딕"/>
                <a:ea typeface="맑은 고딕"/>
              </a:rPr>
              <a:t>공정최적화 시스템</a:t>
            </a:r>
            <a:endParaRPr b="0" lang="en-US" sz="1000" spc="-1" strike="noStrike">
              <a:solidFill>
                <a:srgbClr val="000000"/>
              </a:solidFill>
              <a:latin typeface="가는각진제목체"/>
            </a:endParaRPr>
          </a:p>
          <a:p>
            <a:pPr marL="171360" indent="-171360">
              <a:lnSpc>
                <a:spcPct val="150000"/>
              </a:lnSpc>
              <a:buClr>
                <a:srgbClr val="000000"/>
              </a:buClr>
              <a:buFont typeface="Arial"/>
              <a:buChar char="•"/>
              <a:tabLst>
                <a:tab algn="l" pos="743040"/>
                <a:tab algn="l" pos="1486080"/>
                <a:tab algn="l" pos="2228760"/>
                <a:tab algn="l" pos="2971800"/>
                <a:tab algn="l" pos="3714840"/>
                <a:tab algn="l" pos="4457880"/>
                <a:tab algn="l" pos="5200560"/>
                <a:tab algn="l" pos="5943600"/>
                <a:tab algn="l" pos="6686640"/>
                <a:tab algn="l" pos="7429680"/>
                <a:tab algn="l" pos="8172360"/>
                <a:tab algn="l" pos="8915400"/>
                <a:tab algn="l" pos="9658440"/>
                <a:tab algn="l" pos="10401480"/>
              </a:tabLst>
            </a:pPr>
            <a:r>
              <a:rPr b="0" lang="ko-KR" sz="10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온톨로지 지식그래프 시스템</a:t>
            </a:r>
            <a:endParaRPr b="0" lang="en-US" sz="1000" spc="-1" strike="noStrike">
              <a:solidFill>
                <a:srgbClr val="000000"/>
              </a:solidFill>
              <a:latin typeface="가는각진제목체"/>
            </a:endParaRPr>
          </a:p>
        </p:txBody>
      </p:sp>
      <p:sp>
        <p:nvSpPr>
          <p:cNvPr id="80" name="Text Box 142"/>
          <p:cNvSpPr/>
          <p:nvPr/>
        </p:nvSpPr>
        <p:spPr>
          <a:xfrm>
            <a:off x="5567400" y="5718240"/>
            <a:ext cx="1773360" cy="55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6800" bIns="46800" anchor="t">
            <a:spAutoFit/>
          </a:bodyPr>
          <a:p>
            <a:pPr marL="171360" indent="-171360">
              <a:lnSpc>
                <a:spcPct val="150000"/>
              </a:lnSpc>
              <a:buClr>
                <a:srgbClr val="00b050"/>
              </a:buClr>
              <a:buFont typeface="Arial"/>
              <a:buChar char="•"/>
              <a:tabLst>
                <a:tab algn="l" pos="743040"/>
                <a:tab algn="l" pos="1486080"/>
                <a:tab algn="l" pos="2228760"/>
                <a:tab algn="l" pos="2971800"/>
                <a:tab algn="l" pos="3714840"/>
                <a:tab algn="l" pos="4457880"/>
                <a:tab algn="l" pos="5200560"/>
                <a:tab algn="l" pos="5943600"/>
                <a:tab algn="l" pos="6686640"/>
                <a:tab algn="l" pos="7429680"/>
                <a:tab algn="l" pos="8172360"/>
                <a:tab algn="l" pos="8915400"/>
                <a:tab algn="l" pos="9658440"/>
                <a:tab algn="l" pos="10401480"/>
              </a:tabLst>
            </a:pPr>
            <a:r>
              <a:rPr b="0" lang="en-US" sz="1000" spc="-1" strike="noStrike">
                <a:solidFill>
                  <a:srgbClr val="00b050"/>
                </a:solidFill>
                <a:latin typeface="맑은 고딕"/>
                <a:ea typeface="맑은 고딕"/>
              </a:rPr>
              <a:t>PLC </a:t>
            </a:r>
            <a:r>
              <a:rPr b="0" lang="ko-KR" sz="1000" spc="-1" strike="noStrike">
                <a:solidFill>
                  <a:srgbClr val="00b050"/>
                </a:solidFill>
                <a:latin typeface="맑은 고딕"/>
                <a:ea typeface="맑은 고딕"/>
              </a:rPr>
              <a:t>기반 양방향 통신</a:t>
            </a:r>
            <a:endParaRPr b="0" lang="en-US" sz="1000" spc="-1" strike="noStrike">
              <a:solidFill>
                <a:srgbClr val="000000"/>
              </a:solidFill>
              <a:latin typeface="가는각진제목체"/>
            </a:endParaRPr>
          </a:p>
          <a:p>
            <a:pPr marL="171360" indent="-171360">
              <a:lnSpc>
                <a:spcPct val="150000"/>
              </a:lnSpc>
              <a:buClr>
                <a:srgbClr val="00b050"/>
              </a:buClr>
              <a:buFont typeface="Arial"/>
              <a:buChar char="•"/>
              <a:tabLst>
                <a:tab algn="l" pos="743040"/>
                <a:tab algn="l" pos="1486080"/>
                <a:tab algn="l" pos="2228760"/>
                <a:tab algn="l" pos="2971800"/>
                <a:tab algn="l" pos="3714840"/>
                <a:tab algn="l" pos="4457880"/>
                <a:tab algn="l" pos="5200560"/>
                <a:tab algn="l" pos="5943600"/>
                <a:tab algn="l" pos="6686640"/>
                <a:tab algn="l" pos="7429680"/>
                <a:tab algn="l" pos="8172360"/>
                <a:tab algn="l" pos="8915400"/>
                <a:tab algn="l" pos="9658440"/>
                <a:tab algn="l" pos="10401480"/>
              </a:tabLst>
            </a:pPr>
            <a:r>
              <a:rPr b="0" lang="en-US" sz="1000" spc="-1" strike="noStrike">
                <a:solidFill>
                  <a:srgbClr val="00b050"/>
                </a:solidFill>
                <a:latin typeface="맑은 고딕"/>
                <a:ea typeface="맑은 고딕"/>
              </a:rPr>
              <a:t>IOT platform </a:t>
            </a:r>
            <a:endParaRPr b="0" lang="en-US" sz="1000" spc="-1" strike="noStrike">
              <a:solidFill>
                <a:srgbClr val="000000"/>
              </a:solidFill>
              <a:latin typeface="가는각진제목체"/>
            </a:endParaRPr>
          </a:p>
        </p:txBody>
      </p:sp>
      <p:sp>
        <p:nvSpPr>
          <p:cNvPr id="81" name="사각형: 둥근 모서리 12"/>
          <p:cNvSpPr/>
          <p:nvPr/>
        </p:nvSpPr>
        <p:spPr>
          <a:xfrm>
            <a:off x="369720" y="1360440"/>
            <a:ext cx="411480" cy="2932200"/>
          </a:xfrm>
          <a:custGeom>
            <a:avLst/>
            <a:gdLst>
              <a:gd name="textAreaLeft" fmla="*/ 19800 w 411480"/>
              <a:gd name="textAreaRight" fmla="*/ 391680 w 411480"/>
              <a:gd name="textAreaTop" fmla="*/ 19800 h 2932200"/>
              <a:gd name="textAreaBottom" fmla="*/ 2912400 h 2932200"/>
            </a:gdLst>
            <a:ahLst/>
            <a:rect l="textAreaLeft" t="textAreaTop" r="textAreaRight" b="textAreaBottom"/>
            <a:pathLst>
              <a:path w="21600" h="153806">
                <a:moveTo>
                  <a:pt x="3600" y="0"/>
                </a:moveTo>
                <a:arcTo wR="3600" hR="3600" stAng="16200000" swAng="-5400000"/>
                <a:lnTo>
                  <a:pt x="0" y="150206"/>
                </a:lnTo>
                <a:arcTo wR="3600" hR="3600" stAng="10800000" swAng="-5400000"/>
                <a:lnTo>
                  <a:pt x="18000" y="153806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가는각진제목체"/>
            </a:endParaRPr>
          </a:p>
        </p:txBody>
      </p:sp>
      <p:sp>
        <p:nvSpPr>
          <p:cNvPr id="82" name="모서리가 둥근 직사각형 19"/>
          <p:cNvSpPr/>
          <p:nvPr/>
        </p:nvSpPr>
        <p:spPr>
          <a:xfrm>
            <a:off x="284040" y="2165400"/>
            <a:ext cx="540000" cy="1015920"/>
          </a:xfrm>
          <a:custGeom>
            <a:avLst/>
            <a:gdLst>
              <a:gd name="textAreaLeft" fmla="*/ 26280 w 540000"/>
              <a:gd name="textAreaRight" fmla="*/ 513720 w 540000"/>
              <a:gd name="textAreaTop" fmla="*/ 26280 h 1015920"/>
              <a:gd name="textAreaBottom" fmla="*/ 989640 h 1015920"/>
            </a:gdLst>
            <a:ahLst/>
            <a:rect l="textAreaLeft" t="textAreaTop" r="textAreaRight" b="textAreaBottom"/>
            <a:pathLst>
              <a:path w="21600" h="40624">
                <a:moveTo>
                  <a:pt x="3600" y="0"/>
                </a:moveTo>
                <a:arcTo wR="3600" hR="3600" stAng="16200000" swAng="-5400000"/>
                <a:lnTo>
                  <a:pt x="0" y="37024"/>
                </a:lnTo>
                <a:arcTo wR="3600" hR="3600" stAng="10800000" swAng="-5400000"/>
                <a:lnTo>
                  <a:pt x="18000" y="40624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7030a0"/>
                </a:solidFill>
                <a:latin typeface="맑은 고딕"/>
                <a:ea typeface="맑은 고딕"/>
              </a:rPr>
              <a:t>IT</a:t>
            </a:r>
            <a:endParaRPr b="0" lang="en-US" sz="1400" spc="-1" strike="noStrike">
              <a:solidFill>
                <a:srgbClr val="000000"/>
              </a:solidFill>
              <a:latin typeface="가는각진제목체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ko-KR" sz="1400" spc="-1" strike="noStrike">
                <a:solidFill>
                  <a:srgbClr val="7030a0"/>
                </a:solidFill>
                <a:latin typeface="맑은 고딕"/>
                <a:ea typeface="맑은 고딕"/>
              </a:rPr>
              <a:t>영역</a:t>
            </a:r>
            <a:endParaRPr b="0" lang="en-US" sz="1400" spc="-1" strike="noStrike">
              <a:solidFill>
                <a:srgbClr val="000000"/>
              </a:solidFill>
              <a:latin typeface="가는각진제목체"/>
            </a:endParaRPr>
          </a:p>
        </p:txBody>
      </p:sp>
      <p:sp>
        <p:nvSpPr>
          <p:cNvPr id="83" name="사각형: 둥근 모서리 67"/>
          <p:cNvSpPr/>
          <p:nvPr/>
        </p:nvSpPr>
        <p:spPr>
          <a:xfrm>
            <a:off x="365040" y="4386240"/>
            <a:ext cx="411120" cy="1922400"/>
          </a:xfrm>
          <a:custGeom>
            <a:avLst/>
            <a:gdLst>
              <a:gd name="textAreaLeft" fmla="*/ 19800 w 411120"/>
              <a:gd name="textAreaRight" fmla="*/ 391320 w 411120"/>
              <a:gd name="textAreaTop" fmla="*/ 19800 h 1922400"/>
              <a:gd name="textAreaBottom" fmla="*/ 1902600 h 1922400"/>
            </a:gdLst>
            <a:ahLst/>
            <a:rect l="textAreaLeft" t="textAreaTop" r="textAreaRight" b="textAreaBottom"/>
            <a:pathLst>
              <a:path w="21600" h="100932">
                <a:moveTo>
                  <a:pt x="3600" y="0"/>
                </a:moveTo>
                <a:arcTo wR="3600" hR="3600" stAng="16200000" swAng="-5400000"/>
                <a:lnTo>
                  <a:pt x="0" y="97332"/>
                </a:lnTo>
                <a:arcTo wR="3600" hR="3600" stAng="10800000" swAng="-5400000"/>
                <a:lnTo>
                  <a:pt x="18000" y="100932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US" sz="1200" spc="-1" strike="noStrike">
              <a:solidFill>
                <a:srgbClr val="000000"/>
              </a:solidFill>
              <a:latin typeface="가는각진제목체"/>
            </a:endParaRPr>
          </a:p>
        </p:txBody>
      </p:sp>
      <p:sp>
        <p:nvSpPr>
          <p:cNvPr id="84" name="모서리가 둥근 직사각형 19"/>
          <p:cNvSpPr/>
          <p:nvPr/>
        </p:nvSpPr>
        <p:spPr>
          <a:xfrm>
            <a:off x="317520" y="5000760"/>
            <a:ext cx="541440" cy="707760"/>
          </a:xfrm>
          <a:custGeom>
            <a:avLst/>
            <a:gdLst>
              <a:gd name="textAreaLeft" fmla="*/ 26280 w 541440"/>
              <a:gd name="textAreaRight" fmla="*/ 515160 w 541440"/>
              <a:gd name="textAreaTop" fmla="*/ 26280 h 707760"/>
              <a:gd name="textAreaBottom" fmla="*/ 681480 h 707760"/>
            </a:gdLst>
            <a:ahLst/>
            <a:rect l="textAreaLeft" t="textAreaTop" r="textAreaRight" b="textAreaBottom"/>
            <a:pathLst>
              <a:path w="21600" h="28231">
                <a:moveTo>
                  <a:pt x="3600" y="0"/>
                </a:moveTo>
                <a:arcTo wR="3600" hR="3600" stAng="16200000" swAng="-5400000"/>
                <a:lnTo>
                  <a:pt x="0" y="24631"/>
                </a:lnTo>
                <a:arcTo wR="3600" hR="3600" stAng="10800000" swAng="-5400000"/>
                <a:lnTo>
                  <a:pt x="18000" y="28231"/>
                </a:lnTo>
                <a:arcTo wR="3600" hR="3600" stAng="5400000" swAng="-5400000"/>
                <a:lnTo>
                  <a:pt x="21600" y="3600"/>
                </a:lnTo>
                <a:arcTo wR="3600" hR="3600" stAng="0" swAng="-5400000"/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1400" spc="-1" strike="noStrike">
                <a:solidFill>
                  <a:srgbClr val="7030a0"/>
                </a:solidFill>
                <a:latin typeface="맑은 고딕"/>
                <a:ea typeface="맑은 고딕"/>
              </a:rPr>
              <a:t>OT</a:t>
            </a:r>
            <a:endParaRPr b="0" lang="en-US" sz="1400" spc="-1" strike="noStrike">
              <a:solidFill>
                <a:srgbClr val="000000"/>
              </a:solidFill>
              <a:latin typeface="가는각진제목체"/>
            </a:endParaRPr>
          </a:p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ko-KR" sz="1400" spc="-1" strike="noStrike">
                <a:solidFill>
                  <a:srgbClr val="7030a0"/>
                </a:solidFill>
                <a:latin typeface="맑은 고딕"/>
                <a:ea typeface="맑은 고딕"/>
              </a:rPr>
              <a:t>영역</a:t>
            </a:r>
            <a:endParaRPr b="0" lang="en-US" sz="1400" spc="-1" strike="noStrike">
              <a:solidFill>
                <a:srgbClr val="000000"/>
              </a:solidFill>
              <a:latin typeface="가는각진제목체"/>
            </a:endParaRPr>
          </a:p>
        </p:txBody>
      </p:sp>
      <p:sp>
        <p:nvSpPr>
          <p:cNvPr id="85" name="사각형: 둥근 모서리 8"/>
          <p:cNvSpPr/>
          <p:nvPr/>
        </p:nvSpPr>
        <p:spPr>
          <a:xfrm>
            <a:off x="5170320" y="1360440"/>
            <a:ext cx="4311720" cy="344520"/>
          </a:xfrm>
          <a:prstGeom prst="roundRect">
            <a:avLst>
              <a:gd name="adj" fmla="val 16667"/>
            </a:avLst>
          </a:prstGeom>
          <a:noFill/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ko-KR" sz="14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지능화 영역</a:t>
            </a:r>
            <a:endParaRPr b="0" lang="en-US" sz="1400" spc="-1" strike="noStrike">
              <a:solidFill>
                <a:srgbClr val="000000"/>
              </a:solidFill>
              <a:latin typeface="가는각진제목체"/>
            </a:endParaRPr>
          </a:p>
        </p:txBody>
      </p:sp>
      <p:sp>
        <p:nvSpPr>
          <p:cNvPr id="86" name="Text Box 3"/>
          <p:cNvSpPr/>
          <p:nvPr/>
        </p:nvSpPr>
        <p:spPr>
          <a:xfrm>
            <a:off x="968400" y="960480"/>
            <a:ext cx="794556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876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pc="-1" strike="noStrike">
                <a:solidFill>
                  <a:srgbClr val="ff0000"/>
                </a:solidFill>
                <a:latin typeface="맑은 고딕"/>
                <a:ea typeface="맑은 고딕"/>
              </a:rPr>
              <a:t>Odoo ERP</a:t>
            </a:r>
            <a:r>
              <a:rPr b="0" lang="ko-KR" sz="14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의 구현은 기존의 </a:t>
            </a:r>
            <a:r>
              <a:rPr b="0" lang="en-US" sz="14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ERP/MES/SCM/PLM </a:t>
            </a:r>
            <a:r>
              <a:rPr b="0" lang="ko-KR" sz="14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중심의 구축중심에서 </a:t>
            </a:r>
            <a:r>
              <a:rPr b="0" lang="en-US" sz="1400" spc="-1" strike="noStrike">
                <a:solidFill>
                  <a:srgbClr val="ff0000"/>
                </a:solidFill>
                <a:latin typeface="맑은 고딕"/>
                <a:ea typeface="맑은 고딕"/>
              </a:rPr>
              <a:t>AI ERP</a:t>
            </a:r>
            <a:r>
              <a:rPr b="0" lang="ko-KR" sz="1400" spc="-1" strike="noStrike">
                <a:solidFill>
                  <a:srgbClr val="ff0000"/>
                </a:solidFill>
                <a:latin typeface="맑은 고딕"/>
                <a:ea typeface="맑은 고딕"/>
              </a:rPr>
              <a:t> </a:t>
            </a:r>
            <a:r>
              <a:rPr b="0" lang="ko-KR" sz="1400" spc="-1" strike="noStrike">
                <a:solidFill>
                  <a:srgbClr val="ff0000"/>
                </a:solidFill>
                <a:latin typeface="맑은 고딕"/>
                <a:ea typeface="맑은 고딕"/>
              </a:rPr>
              <a:t>플랫폼</a:t>
            </a:r>
            <a:r>
              <a:rPr b="0" lang="ko-KR" sz="14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으로 진화</a:t>
            </a:r>
            <a:r>
              <a:rPr b="0" lang="en-US" sz="1400" spc="-1" strike="noStrike">
                <a:solidFill>
                  <a:srgbClr val="000000"/>
                </a:solidFill>
                <a:latin typeface="맑은 고딕"/>
                <a:ea typeface="맑은 고딕"/>
              </a:rPr>
              <a:t>. </a:t>
            </a:r>
            <a:endParaRPr b="0" lang="en-US" sz="1400" spc="-1" strike="noStrike">
              <a:solidFill>
                <a:srgbClr val="000000"/>
              </a:solidFill>
              <a:latin typeface="가는각진제목체"/>
            </a:endParaRPr>
          </a:p>
        </p:txBody>
      </p:sp>
      <p:sp>
        <p:nvSpPr>
          <p:cNvPr id="87" name="Rectangle 3"/>
          <p:cNvSpPr/>
          <p:nvPr/>
        </p:nvSpPr>
        <p:spPr>
          <a:xfrm>
            <a:off x="704880" y="189000"/>
            <a:ext cx="5160960" cy="52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1080" rIns="91080" tIns="45360" bIns="45360" anchor="ctr">
            <a:no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HY헤드라인M"/>
                <a:ea typeface="HY헤드라인M"/>
              </a:rPr>
              <a:t>AI ERP</a:t>
            </a:r>
            <a:r>
              <a:rPr b="0" lang="ko-KR" sz="2000" spc="-1" strike="noStrike">
                <a:solidFill>
                  <a:srgbClr val="000000"/>
                </a:solidFill>
                <a:latin typeface="HY헤드라인M"/>
                <a:ea typeface="HY헤드라인M"/>
              </a:rPr>
              <a:t>의 제조지능화 방향</a:t>
            </a:r>
            <a:endParaRPr b="0" lang="en-US" sz="2000" spc="-1" strike="noStrike">
              <a:solidFill>
                <a:srgbClr val="000000"/>
              </a:solidFill>
              <a:latin typeface="가는각진제목체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3"/>
          <p:cNvSpPr/>
          <p:nvPr/>
        </p:nvSpPr>
        <p:spPr>
          <a:xfrm>
            <a:off x="983880" y="888840"/>
            <a:ext cx="831924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000000"/>
                </a:solidFill>
                <a:latin typeface="나눔스퀘어 Bold"/>
                <a:ea typeface="나눔스퀘어 Bold"/>
              </a:rPr>
              <a:t>Odoo</a:t>
            </a:r>
            <a:r>
              <a:rPr b="0" lang="ko-KR" sz="2800" spc="-1" strike="noStrike">
                <a:solidFill>
                  <a:srgbClr val="000000"/>
                </a:solidFill>
                <a:latin typeface="나눔스퀘어 Bold"/>
                <a:ea typeface="나눔스퀘어 Bold"/>
              </a:rPr>
              <a:t>를 중심으로 한 데이터 분석및 </a:t>
            </a:r>
            <a:r>
              <a:rPr b="0" lang="en-US" sz="2800" spc="-1" strike="noStrike">
                <a:solidFill>
                  <a:srgbClr val="000000"/>
                </a:solidFill>
                <a:latin typeface="나눔스퀘어 Bold"/>
                <a:ea typeface="나눔스퀘어 Bold"/>
              </a:rPr>
              <a:t>AI</a:t>
            </a:r>
            <a:r>
              <a:rPr b="0" lang="ko-KR" sz="2800" spc="-1" strike="noStrike">
                <a:solidFill>
                  <a:srgbClr val="000000"/>
                </a:solidFill>
                <a:latin typeface="나눔스퀘어 Bold"/>
                <a:ea typeface="나눔스퀘어 Bold"/>
              </a:rPr>
              <a:t>에이전트 방법론</a:t>
            </a:r>
            <a:endParaRPr b="0" lang="en-US" sz="2800" spc="-1" strike="noStrike">
              <a:solidFill>
                <a:srgbClr val="000000"/>
              </a:solidFill>
              <a:latin typeface="가는각진제목체"/>
            </a:endParaRPr>
          </a:p>
        </p:txBody>
      </p:sp>
      <p:pic>
        <p:nvPicPr>
          <p:cNvPr id="89" name="그래픽 1" descr=""/>
          <p:cNvPicPr/>
          <p:nvPr/>
        </p:nvPicPr>
        <p:blipFill>
          <a:blip r:embed="rId1"/>
          <a:stretch/>
        </p:blipFill>
        <p:spPr>
          <a:xfrm>
            <a:off x="992160" y="2259000"/>
            <a:ext cx="6846840" cy="3546360"/>
          </a:xfrm>
          <a:prstGeom prst="rect">
            <a:avLst/>
          </a:prstGeom>
          <a:ln w="0">
            <a:noFill/>
          </a:ln>
        </p:spPr>
      </p:pic>
      <p:sp>
        <p:nvSpPr>
          <p:cNvPr id="90" name="TextBox 2"/>
          <p:cNvSpPr/>
          <p:nvPr/>
        </p:nvSpPr>
        <p:spPr>
          <a:xfrm>
            <a:off x="2360520" y="1665360"/>
            <a:ext cx="4275360" cy="32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ko-KR" sz="1500" spc="-1" strike="noStrike">
                <a:solidFill>
                  <a:srgbClr val="000000"/>
                </a:solidFill>
                <a:latin typeface="나눔스퀘어 Bold"/>
                <a:ea typeface="나눔스퀘어 Bold"/>
              </a:rPr>
              <a:t>데이터 분석 및 </a:t>
            </a:r>
            <a:r>
              <a:rPr b="0" lang="en-US" sz="1500" spc="-1" strike="noStrike">
                <a:solidFill>
                  <a:srgbClr val="000000"/>
                </a:solidFill>
                <a:latin typeface="나눔스퀘어 Bold"/>
                <a:ea typeface="나눔스퀘어 Bold"/>
              </a:rPr>
              <a:t>AI</a:t>
            </a:r>
            <a:r>
              <a:rPr b="0" lang="ko-KR" sz="1500" spc="-1" strike="noStrike">
                <a:solidFill>
                  <a:srgbClr val="000000"/>
                </a:solidFill>
                <a:latin typeface="나눔스퀘어 Bold"/>
                <a:ea typeface="나눔스퀘어 Bold"/>
              </a:rPr>
              <a:t>에이전트 방법론 </a:t>
            </a:r>
            <a:r>
              <a:rPr b="0" lang="en-US" sz="1500" spc="-1" strike="noStrike">
                <a:solidFill>
                  <a:srgbClr val="000000"/>
                </a:solidFill>
                <a:latin typeface="나눔스퀘어 Bold"/>
                <a:ea typeface="나눔스퀘어 Bold"/>
              </a:rPr>
              <a:t>IMAGE</a:t>
            </a:r>
            <a:endParaRPr b="0" lang="en-US" sz="1500" spc="-1" strike="noStrike">
              <a:solidFill>
                <a:srgbClr val="000000"/>
              </a:solidFill>
              <a:latin typeface="가는각진제목체"/>
            </a:endParaRPr>
          </a:p>
        </p:txBody>
      </p:sp>
      <p:sp>
        <p:nvSpPr>
          <p:cNvPr id="91" name="직사각형 1"/>
          <p:cNvSpPr/>
          <p:nvPr/>
        </p:nvSpPr>
        <p:spPr>
          <a:xfrm>
            <a:off x="8481960" y="2276640"/>
            <a:ext cx="574560" cy="3528720"/>
          </a:xfrm>
          <a:prstGeom prst="rect">
            <a:avLst/>
          </a:prstGeom>
          <a:solidFill>
            <a:srgbClr val="adadeb"/>
          </a:solidFill>
          <a:ln w="9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가는각진제목체"/>
            </a:endParaRPr>
          </a:p>
        </p:txBody>
      </p:sp>
      <p:sp>
        <p:nvSpPr>
          <p:cNvPr id="92" name="TextBox 2"/>
          <p:cNvSpPr/>
          <p:nvPr/>
        </p:nvSpPr>
        <p:spPr>
          <a:xfrm>
            <a:off x="8419680" y="3429000"/>
            <a:ext cx="729000" cy="259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6800" rIns="46800" tIns="90000" bIns="90000" anchor="t" anchorCtr="1" vert="eaVer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ko-KR" sz="3600" spc="-1" strike="noStrike">
                <a:solidFill>
                  <a:srgbClr val="000000"/>
                </a:solidFill>
                <a:latin typeface="가는각진제목체"/>
              </a:rPr>
              <a:t>에이전트</a:t>
            </a:r>
            <a:endParaRPr b="0" lang="en-US" sz="3600" spc="-1" strike="noStrike">
              <a:solidFill>
                <a:srgbClr val="000000"/>
              </a:solidFill>
              <a:latin typeface="가는각진제목체"/>
            </a:endParaRPr>
          </a:p>
        </p:txBody>
      </p:sp>
      <p:sp>
        <p:nvSpPr>
          <p:cNvPr id="93" name="TextBox 4"/>
          <p:cNvSpPr/>
          <p:nvPr/>
        </p:nvSpPr>
        <p:spPr>
          <a:xfrm>
            <a:off x="8475840" y="2708280"/>
            <a:ext cx="627120" cy="64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600" spc="-1" strike="noStrike">
                <a:solidFill>
                  <a:srgbClr val="000000"/>
                </a:solidFill>
                <a:latin typeface="가는각진제목체"/>
              </a:rPr>
              <a:t>AI</a:t>
            </a:r>
            <a:endParaRPr b="0" lang="en-US" sz="3600" spc="-1" strike="noStrike">
              <a:solidFill>
                <a:srgbClr val="000000"/>
              </a:solidFill>
              <a:latin typeface="가는각진제목체"/>
            </a:endParaRPr>
          </a:p>
        </p:txBody>
      </p:sp>
      <p:sp>
        <p:nvSpPr>
          <p:cNvPr id="94" name="화살표: 왼쪽/오른쪽 5"/>
          <p:cNvSpPr/>
          <p:nvPr/>
        </p:nvSpPr>
        <p:spPr>
          <a:xfrm flipH="1">
            <a:off x="7814520" y="3749760"/>
            <a:ext cx="738360" cy="523800"/>
          </a:xfrm>
          <a:prstGeom prst="leftRightArrow">
            <a:avLst>
              <a:gd name="adj1" fmla="val 50000"/>
              <a:gd name="adj2" fmla="val 49924"/>
            </a:avLst>
          </a:prstGeom>
          <a:solidFill>
            <a:srgbClr val="47ffd1"/>
          </a:solidFill>
          <a:ln w="9360">
            <a:solidFill>
              <a:srgbClr val="00000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endParaRPr b="0" lang="en-US" sz="1200" spc="-1" strike="noStrike">
              <a:solidFill>
                <a:srgbClr val="000000"/>
              </a:solidFill>
              <a:latin typeface="가는각진제목체"/>
            </a:endParaRP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5_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75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6_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75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d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75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8_knowle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90758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21769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2005-09-09T09:30:09Z</dcterms:created>
  <dc:creator>곽규호</dc:creator>
  <dc:description/>
  <dc:language>en-US</dc:language>
  <cp:lastModifiedBy>이형근</cp:lastModifiedBy>
  <cp:lastPrinted>2015-05-12T10:40:09Z</cp:lastPrinted>
  <dcterms:modified xsi:type="dcterms:W3CDTF">2026-08-25T02:15:15Z</dcterms:modified>
  <cp:revision>607</cp:revision>
  <dc:subject/>
  <dc:title>PowerPoint 프레젠테이션</dc:title>
</cp:coreProperties>
</file>